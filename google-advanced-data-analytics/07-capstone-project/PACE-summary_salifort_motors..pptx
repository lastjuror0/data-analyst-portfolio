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4" r:id="rId1"/>
  </p:sldMasterIdLst>
  <p:notesMasterIdLst>
    <p:notesMasterId r:id="rId3"/>
  </p:notesMasterIdLst>
  <p:sldIdLst>
    <p:sldId id="256" r:id="rId2"/>
  </p:sldIdLst>
  <p:sldSz cx="7772400" cy="10058400"/>
  <p:notesSz cx="6858000" cy="9144000"/>
  <p:embeddedFontLst>
    <p:embeddedFont>
      <p:font typeface="Google Sans" panose="020B0604020202020204" charset="0"/>
      <p:regular r:id="rId4"/>
      <p:bold r:id="rId5"/>
      <p:italic r:id="rId6"/>
      <p:boldItalic r:id="rId7"/>
    </p:embeddedFont>
    <p:embeddedFont>
      <p:font typeface="Google Sans SemiBold" panose="020B0604020202020204" charset="0"/>
      <p:regular r:id="rId8"/>
      <p:bold r:id="rId9"/>
      <p:italic r:id="rId10"/>
      <p:boldItalic r:id="rId11"/>
    </p:embeddedFont>
    <p:embeddedFont>
      <p:font typeface="Lato" panose="020F0502020204030203" pitchFamily="34" charset="0"/>
      <p:regular r:id="rId12"/>
      <p:bold r:id="rId13"/>
      <p:italic r:id="rId14"/>
      <p:boldItalic r:id="rId15"/>
    </p:embeddedFont>
    <p:embeddedFont>
      <p:font typeface="PT Sans Narrow" panose="020B0506020203020204" pitchFamily="34" charset="0"/>
      <p:regular r:id="rId16"/>
      <p:bold r:id="rId17"/>
    </p:embeddedFont>
    <p:embeddedFont>
      <p:font typeface="Roboto" panose="02000000000000000000" pitchFamily="2" charset="0"/>
      <p:regular r:id="rId18"/>
      <p:bold r:id="rId19"/>
      <p:italic r:id="rId20"/>
      <p:boldItalic r:id="rId21"/>
    </p:embeddedFont>
    <p:embeddedFont>
      <p:font typeface="Work Sans" pitchFamily="2" charset="0"/>
      <p:regular r:id="rId22"/>
      <p:bold r:id="rId23"/>
      <p:italic r:id="rId24"/>
      <p:boldItalic r:id="rId25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3168">
          <p15:clr>
            <a:srgbClr val="A4A3A4"/>
          </p15:clr>
        </p15:guide>
        <p15:guide id="2" pos="2448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125" d="100"/>
          <a:sy n="125" d="100"/>
        </p:scale>
        <p:origin x="2046" y="150"/>
      </p:cViewPr>
      <p:guideLst>
        <p:guide orient="horz" pos="3168"/>
        <p:guide pos="2448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font" Target="fonts/font5.fntdata"/><Relationship Id="rId13" Type="http://schemas.openxmlformats.org/officeDocument/2006/relationships/font" Target="fonts/font10.fntdata"/><Relationship Id="rId18" Type="http://schemas.openxmlformats.org/officeDocument/2006/relationships/font" Target="fonts/font15.fntdata"/><Relationship Id="rId26" Type="http://schemas.openxmlformats.org/officeDocument/2006/relationships/presProps" Target="presProps.xml"/><Relationship Id="rId3" Type="http://schemas.openxmlformats.org/officeDocument/2006/relationships/notesMaster" Target="notesMasters/notesMaster1.xml"/><Relationship Id="rId21" Type="http://schemas.openxmlformats.org/officeDocument/2006/relationships/font" Target="fonts/font18.fntdata"/><Relationship Id="rId7" Type="http://schemas.openxmlformats.org/officeDocument/2006/relationships/font" Target="fonts/font4.fntdata"/><Relationship Id="rId12" Type="http://schemas.openxmlformats.org/officeDocument/2006/relationships/font" Target="fonts/font9.fntdata"/><Relationship Id="rId17" Type="http://schemas.openxmlformats.org/officeDocument/2006/relationships/font" Target="fonts/font14.fntdata"/><Relationship Id="rId25" Type="http://schemas.openxmlformats.org/officeDocument/2006/relationships/font" Target="fonts/font22.fntdata"/><Relationship Id="rId2" Type="http://schemas.openxmlformats.org/officeDocument/2006/relationships/slide" Target="slides/slide1.xml"/><Relationship Id="rId16" Type="http://schemas.openxmlformats.org/officeDocument/2006/relationships/font" Target="fonts/font13.fntdata"/><Relationship Id="rId20" Type="http://schemas.openxmlformats.org/officeDocument/2006/relationships/font" Target="fonts/font17.fntdata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font" Target="fonts/font3.fntdata"/><Relationship Id="rId11" Type="http://schemas.openxmlformats.org/officeDocument/2006/relationships/font" Target="fonts/font8.fntdata"/><Relationship Id="rId24" Type="http://schemas.openxmlformats.org/officeDocument/2006/relationships/font" Target="fonts/font21.fntdata"/><Relationship Id="rId5" Type="http://schemas.openxmlformats.org/officeDocument/2006/relationships/font" Target="fonts/font2.fntdata"/><Relationship Id="rId15" Type="http://schemas.openxmlformats.org/officeDocument/2006/relationships/font" Target="fonts/font12.fntdata"/><Relationship Id="rId23" Type="http://schemas.openxmlformats.org/officeDocument/2006/relationships/font" Target="fonts/font20.fntdata"/><Relationship Id="rId28" Type="http://schemas.openxmlformats.org/officeDocument/2006/relationships/theme" Target="theme/theme1.xml"/><Relationship Id="rId10" Type="http://schemas.openxmlformats.org/officeDocument/2006/relationships/font" Target="fonts/font7.fntdata"/><Relationship Id="rId19" Type="http://schemas.openxmlformats.org/officeDocument/2006/relationships/font" Target="fonts/font16.fntdata"/><Relationship Id="rId4" Type="http://schemas.openxmlformats.org/officeDocument/2006/relationships/font" Target="fonts/font1.fntdata"/><Relationship Id="rId9" Type="http://schemas.openxmlformats.org/officeDocument/2006/relationships/font" Target="fonts/font6.fntdata"/><Relationship Id="rId14" Type="http://schemas.openxmlformats.org/officeDocument/2006/relationships/font" Target="fonts/font11.fntdata"/><Relationship Id="rId22" Type="http://schemas.openxmlformats.org/officeDocument/2006/relationships/font" Target="fonts/font19.fntdata"/><Relationship Id="rId27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2104480" y="685800"/>
            <a:ext cx="26496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g1512140ae02_0_134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9538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7" name="Google Shape;187;g1512140ae02_0_13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Layout 1" type="title">
  <p:cSld name="TITLE">
    <p:spTree>
      <p:nvGrpSpPr>
        <p:cNvPr id="1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oogle Shape;11;p2"/>
          <p:cNvGrpSpPr/>
          <p:nvPr/>
        </p:nvGrpSpPr>
        <p:grpSpPr>
          <a:xfrm>
            <a:off x="172055" y="1468890"/>
            <a:ext cx="7434543" cy="62982"/>
            <a:chOff x="1890075" y="5241175"/>
            <a:chExt cx="4240556" cy="257700"/>
          </a:xfrm>
        </p:grpSpPr>
        <p:sp>
          <p:nvSpPr>
            <p:cNvPr id="12" name="Google Shape;12;p2"/>
            <p:cNvSpPr/>
            <p:nvPr/>
          </p:nvSpPr>
          <p:spPr>
            <a:xfrm rot="-5400000">
              <a:off x="2291325" y="4839925"/>
              <a:ext cx="257700" cy="1060200"/>
            </a:xfrm>
            <a:prstGeom prst="rect">
              <a:avLst/>
            </a:prstGeom>
            <a:solidFill>
              <a:srgbClr val="4285F4"/>
            </a:solidFill>
            <a:ln w="9525" cap="flat" cmpd="sng">
              <a:solidFill>
                <a:srgbClr val="4285F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2"/>
                </a:solidFill>
              </a:endParaRPr>
            </a:p>
          </p:txBody>
        </p:sp>
        <p:sp>
          <p:nvSpPr>
            <p:cNvPr id="13" name="Google Shape;13;p2"/>
            <p:cNvSpPr/>
            <p:nvPr/>
          </p:nvSpPr>
          <p:spPr>
            <a:xfrm rot="-5400000">
              <a:off x="3351444" y="4839925"/>
              <a:ext cx="257700" cy="1060200"/>
            </a:xfrm>
            <a:prstGeom prst="rect">
              <a:avLst/>
            </a:prstGeom>
            <a:solidFill>
              <a:srgbClr val="DB4437"/>
            </a:solidFill>
            <a:ln w="9525" cap="flat" cmpd="sng">
              <a:solidFill>
                <a:srgbClr val="DB4437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2"/>
                </a:solidFill>
              </a:endParaRPr>
            </a:p>
          </p:txBody>
        </p:sp>
        <p:sp>
          <p:nvSpPr>
            <p:cNvPr id="14" name="Google Shape;14;p2"/>
            <p:cNvSpPr/>
            <p:nvPr/>
          </p:nvSpPr>
          <p:spPr>
            <a:xfrm rot="-5400000">
              <a:off x="4411563" y="4839925"/>
              <a:ext cx="257700" cy="1060200"/>
            </a:xfrm>
            <a:prstGeom prst="rect">
              <a:avLst/>
            </a:prstGeom>
            <a:solidFill>
              <a:srgbClr val="F4B400"/>
            </a:solidFill>
            <a:ln w="9525" cap="flat" cmpd="sng">
              <a:solidFill>
                <a:srgbClr val="F4B4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2"/>
                </a:solidFill>
              </a:endParaRPr>
            </a:p>
          </p:txBody>
        </p:sp>
        <p:sp>
          <p:nvSpPr>
            <p:cNvPr id="15" name="Google Shape;15;p2"/>
            <p:cNvSpPr/>
            <p:nvPr/>
          </p:nvSpPr>
          <p:spPr>
            <a:xfrm rot="-5400000">
              <a:off x="5471681" y="4839925"/>
              <a:ext cx="257700" cy="1060200"/>
            </a:xfrm>
            <a:prstGeom prst="rect">
              <a:avLst/>
            </a:prstGeom>
            <a:solidFill>
              <a:srgbClr val="0F9D58"/>
            </a:solidFill>
            <a:ln w="9525" cap="flat" cmpd="sng">
              <a:solidFill>
                <a:srgbClr val="0F9D5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2"/>
                </a:solidFill>
              </a:endParaRPr>
            </a:p>
          </p:txBody>
        </p:sp>
      </p:grpSp>
      <p:sp>
        <p:nvSpPr>
          <p:cNvPr id="16" name="Google Shape;16;p2"/>
          <p:cNvSpPr/>
          <p:nvPr/>
        </p:nvSpPr>
        <p:spPr>
          <a:xfrm>
            <a:off x="172050" y="2765600"/>
            <a:ext cx="3076800" cy="7293000"/>
          </a:xfrm>
          <a:prstGeom prst="roundRect">
            <a:avLst>
              <a:gd name="adj" fmla="val 0"/>
            </a:avLst>
          </a:prstGeom>
          <a:solidFill>
            <a:srgbClr val="CCCCC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2"/>
              </a:solidFill>
            </a:endParaRPr>
          </a:p>
        </p:txBody>
      </p:sp>
      <p:grpSp>
        <p:nvGrpSpPr>
          <p:cNvPr id="17" name="Google Shape;17;p2"/>
          <p:cNvGrpSpPr/>
          <p:nvPr/>
        </p:nvGrpSpPr>
        <p:grpSpPr>
          <a:xfrm>
            <a:off x="168930" y="2702615"/>
            <a:ext cx="7434543" cy="62982"/>
            <a:chOff x="1890075" y="5241175"/>
            <a:chExt cx="4240556" cy="257700"/>
          </a:xfrm>
        </p:grpSpPr>
        <p:sp>
          <p:nvSpPr>
            <p:cNvPr id="18" name="Google Shape;18;p2"/>
            <p:cNvSpPr/>
            <p:nvPr/>
          </p:nvSpPr>
          <p:spPr>
            <a:xfrm rot="-5400000">
              <a:off x="2291325" y="4839925"/>
              <a:ext cx="257700" cy="1060200"/>
            </a:xfrm>
            <a:prstGeom prst="rect">
              <a:avLst/>
            </a:prstGeom>
            <a:solidFill>
              <a:srgbClr val="4285F4"/>
            </a:solidFill>
            <a:ln w="9525" cap="flat" cmpd="sng">
              <a:solidFill>
                <a:srgbClr val="4285F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2"/>
                </a:solidFill>
              </a:endParaRPr>
            </a:p>
          </p:txBody>
        </p:sp>
        <p:sp>
          <p:nvSpPr>
            <p:cNvPr id="19" name="Google Shape;19;p2"/>
            <p:cNvSpPr/>
            <p:nvPr/>
          </p:nvSpPr>
          <p:spPr>
            <a:xfrm rot="-5400000">
              <a:off x="3351444" y="4839925"/>
              <a:ext cx="257700" cy="1060200"/>
            </a:xfrm>
            <a:prstGeom prst="rect">
              <a:avLst/>
            </a:prstGeom>
            <a:solidFill>
              <a:srgbClr val="DB4437"/>
            </a:solidFill>
            <a:ln w="9525" cap="flat" cmpd="sng">
              <a:solidFill>
                <a:srgbClr val="DB4437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2"/>
                </a:solidFill>
              </a:endParaRPr>
            </a:p>
          </p:txBody>
        </p:sp>
        <p:sp>
          <p:nvSpPr>
            <p:cNvPr id="20" name="Google Shape;20;p2"/>
            <p:cNvSpPr/>
            <p:nvPr/>
          </p:nvSpPr>
          <p:spPr>
            <a:xfrm rot="-5400000">
              <a:off x="4411563" y="4839925"/>
              <a:ext cx="257700" cy="1060200"/>
            </a:xfrm>
            <a:prstGeom prst="rect">
              <a:avLst/>
            </a:prstGeom>
            <a:solidFill>
              <a:srgbClr val="F4B400"/>
            </a:solidFill>
            <a:ln w="9525" cap="flat" cmpd="sng">
              <a:solidFill>
                <a:srgbClr val="F4B4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2"/>
                </a:solidFill>
              </a:endParaRPr>
            </a:p>
          </p:txBody>
        </p:sp>
        <p:sp>
          <p:nvSpPr>
            <p:cNvPr id="21" name="Google Shape;21;p2"/>
            <p:cNvSpPr/>
            <p:nvPr/>
          </p:nvSpPr>
          <p:spPr>
            <a:xfrm rot="-5400000">
              <a:off x="5471681" y="4839925"/>
              <a:ext cx="257700" cy="1060200"/>
            </a:xfrm>
            <a:prstGeom prst="rect">
              <a:avLst/>
            </a:prstGeom>
            <a:solidFill>
              <a:srgbClr val="0F9D58"/>
            </a:solidFill>
            <a:ln w="9525" cap="flat" cmpd="sng">
              <a:solidFill>
                <a:srgbClr val="0F9D5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2"/>
                </a:solidFill>
              </a:endParaRPr>
            </a:p>
          </p:txBody>
        </p:sp>
      </p:grpSp>
      <p:cxnSp>
        <p:nvCxnSpPr>
          <p:cNvPr id="22" name="Google Shape;22;p2"/>
          <p:cNvCxnSpPr>
            <a:stCxn id="12" idx="0"/>
          </p:cNvCxnSpPr>
          <p:nvPr/>
        </p:nvCxnSpPr>
        <p:spPr>
          <a:xfrm>
            <a:off x="172055" y="1500381"/>
            <a:ext cx="0" cy="8590500"/>
          </a:xfrm>
          <a:prstGeom prst="straightConnector1">
            <a:avLst/>
          </a:prstGeom>
          <a:noFill/>
          <a:ln w="9525" cap="flat" cmpd="sng">
            <a:solidFill>
              <a:srgbClr val="CCCCCC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3" name="Google Shape;23;p2"/>
          <p:cNvCxnSpPr/>
          <p:nvPr/>
        </p:nvCxnSpPr>
        <p:spPr>
          <a:xfrm>
            <a:off x="7603480" y="1500381"/>
            <a:ext cx="0" cy="8590500"/>
          </a:xfrm>
          <a:prstGeom prst="straightConnector1">
            <a:avLst/>
          </a:prstGeom>
          <a:noFill/>
          <a:ln w="9525" cap="flat" cmpd="sng">
            <a:solidFill>
              <a:srgbClr val="CCCCCC"/>
            </a:solidFill>
            <a:prstDash val="solid"/>
            <a:round/>
            <a:headEnd type="none" w="med" len="med"/>
            <a:tailEnd type="none" w="med" len="med"/>
          </a:ln>
        </p:spPr>
      </p:cxnSp>
      <p:grpSp>
        <p:nvGrpSpPr>
          <p:cNvPr id="24" name="Google Shape;24;p2"/>
          <p:cNvGrpSpPr/>
          <p:nvPr/>
        </p:nvGrpSpPr>
        <p:grpSpPr>
          <a:xfrm>
            <a:off x="0" y="3413775"/>
            <a:ext cx="3530025" cy="746350"/>
            <a:chOff x="0" y="3156075"/>
            <a:chExt cx="3530025" cy="746350"/>
          </a:xfrm>
        </p:grpSpPr>
        <p:sp>
          <p:nvSpPr>
            <p:cNvPr id="25" name="Google Shape;25;p2"/>
            <p:cNvSpPr/>
            <p:nvPr/>
          </p:nvSpPr>
          <p:spPr>
            <a:xfrm rot="5400000">
              <a:off x="3097725" y="3470125"/>
              <a:ext cx="583500" cy="281100"/>
            </a:xfrm>
            <a:prstGeom prst="trapezoid">
              <a:avLst>
                <a:gd name="adj" fmla="val 102819"/>
              </a:avLst>
            </a:prstGeom>
            <a:solidFill>
              <a:srgbClr val="4F4F4F"/>
            </a:solidFill>
            <a:ln w="9525" cap="flat" cmpd="sng">
              <a:solidFill>
                <a:srgbClr val="575757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2"/>
                </a:solidFill>
              </a:endParaRPr>
            </a:p>
          </p:txBody>
        </p:sp>
        <p:sp>
          <p:nvSpPr>
            <p:cNvPr id="26" name="Google Shape;26;p2"/>
            <p:cNvSpPr/>
            <p:nvPr/>
          </p:nvSpPr>
          <p:spPr>
            <a:xfrm>
              <a:off x="0" y="3156075"/>
              <a:ext cx="3529800" cy="453000"/>
            </a:xfrm>
            <a:prstGeom prst="rect">
              <a:avLst/>
            </a:prstGeom>
            <a:solidFill>
              <a:srgbClr val="666666"/>
            </a:solidFill>
            <a:ln w="9525" cap="flat" cmpd="sng">
              <a:solidFill>
                <a:srgbClr val="575757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2"/>
                </a:solidFill>
              </a:endParaRPr>
            </a:p>
          </p:txBody>
        </p:sp>
      </p:grpSp>
      <p:grpSp>
        <p:nvGrpSpPr>
          <p:cNvPr id="27" name="Google Shape;27;p2"/>
          <p:cNvGrpSpPr/>
          <p:nvPr/>
        </p:nvGrpSpPr>
        <p:grpSpPr>
          <a:xfrm>
            <a:off x="3248850" y="2867100"/>
            <a:ext cx="4936034" cy="746350"/>
            <a:chOff x="0" y="3156075"/>
            <a:chExt cx="3530025" cy="746350"/>
          </a:xfrm>
        </p:grpSpPr>
        <p:sp>
          <p:nvSpPr>
            <p:cNvPr id="28" name="Google Shape;28;p2"/>
            <p:cNvSpPr/>
            <p:nvPr/>
          </p:nvSpPr>
          <p:spPr>
            <a:xfrm rot="5400000">
              <a:off x="3097725" y="3470125"/>
              <a:ext cx="583500" cy="281100"/>
            </a:xfrm>
            <a:prstGeom prst="trapezoid">
              <a:avLst>
                <a:gd name="adj" fmla="val 102819"/>
              </a:avLst>
            </a:prstGeom>
            <a:solidFill>
              <a:srgbClr val="4F4F4F"/>
            </a:solidFill>
            <a:ln w="9525" cap="flat" cmpd="sng">
              <a:solidFill>
                <a:srgbClr val="575757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2"/>
                </a:solidFill>
              </a:endParaRPr>
            </a:p>
          </p:txBody>
        </p:sp>
        <p:sp>
          <p:nvSpPr>
            <p:cNvPr id="29" name="Google Shape;29;p2"/>
            <p:cNvSpPr/>
            <p:nvPr/>
          </p:nvSpPr>
          <p:spPr>
            <a:xfrm>
              <a:off x="0" y="3156075"/>
              <a:ext cx="3529800" cy="453000"/>
            </a:xfrm>
            <a:prstGeom prst="rect">
              <a:avLst/>
            </a:prstGeom>
            <a:solidFill>
              <a:srgbClr val="666666"/>
            </a:solidFill>
            <a:ln w="9525" cap="flat" cmpd="sng">
              <a:solidFill>
                <a:srgbClr val="575757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2"/>
                </a:solidFill>
              </a:endParaRPr>
            </a:p>
          </p:txBody>
        </p:sp>
      </p:grpSp>
      <p:grpSp>
        <p:nvGrpSpPr>
          <p:cNvPr id="30" name="Google Shape;30;p2"/>
          <p:cNvGrpSpPr/>
          <p:nvPr/>
        </p:nvGrpSpPr>
        <p:grpSpPr>
          <a:xfrm>
            <a:off x="3248850" y="7166275"/>
            <a:ext cx="4936034" cy="746350"/>
            <a:chOff x="0" y="3156075"/>
            <a:chExt cx="3530025" cy="746350"/>
          </a:xfrm>
        </p:grpSpPr>
        <p:sp>
          <p:nvSpPr>
            <p:cNvPr id="31" name="Google Shape;31;p2"/>
            <p:cNvSpPr/>
            <p:nvPr/>
          </p:nvSpPr>
          <p:spPr>
            <a:xfrm rot="5400000">
              <a:off x="3097725" y="3470125"/>
              <a:ext cx="583500" cy="281100"/>
            </a:xfrm>
            <a:prstGeom prst="trapezoid">
              <a:avLst>
                <a:gd name="adj" fmla="val 102819"/>
              </a:avLst>
            </a:prstGeom>
            <a:solidFill>
              <a:srgbClr val="4F4F4F"/>
            </a:solidFill>
            <a:ln w="9525" cap="flat" cmpd="sng">
              <a:solidFill>
                <a:srgbClr val="575757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2"/>
                </a:solidFill>
              </a:endParaRPr>
            </a:p>
          </p:txBody>
        </p:sp>
        <p:sp>
          <p:nvSpPr>
            <p:cNvPr id="32" name="Google Shape;32;p2"/>
            <p:cNvSpPr/>
            <p:nvPr/>
          </p:nvSpPr>
          <p:spPr>
            <a:xfrm>
              <a:off x="0" y="3156075"/>
              <a:ext cx="3529800" cy="453000"/>
            </a:xfrm>
            <a:prstGeom prst="rect">
              <a:avLst/>
            </a:prstGeom>
            <a:solidFill>
              <a:srgbClr val="666666"/>
            </a:solidFill>
            <a:ln w="9525" cap="flat" cmpd="sng">
              <a:solidFill>
                <a:srgbClr val="575757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2"/>
                </a:solidFill>
              </a:endParaRPr>
            </a:p>
          </p:txBody>
        </p:sp>
      </p:grpSp>
      <p:sp>
        <p:nvSpPr>
          <p:cNvPr id="33" name="Google Shape;33;p2"/>
          <p:cNvSpPr txBox="1"/>
          <p:nvPr/>
        </p:nvSpPr>
        <p:spPr>
          <a:xfrm>
            <a:off x="188700" y="3410750"/>
            <a:ext cx="3074400" cy="463200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t" anchorCtr="0">
            <a:normAutofit lnSpcReduction="10000"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solidFill>
                  <a:schemeClr val="lt2"/>
                </a:solidFill>
                <a:latin typeface="Google Sans SemiBold"/>
                <a:ea typeface="Google Sans SemiBold"/>
                <a:cs typeface="Google Sans SemiBold"/>
                <a:sym typeface="Google Sans SemiBold"/>
              </a:rPr>
              <a:t>Key Insights </a:t>
            </a:r>
            <a:endParaRPr sz="1900">
              <a:solidFill>
                <a:schemeClr val="lt2"/>
              </a:solidFill>
              <a:latin typeface="Google Sans SemiBold"/>
              <a:ea typeface="Google Sans SemiBold"/>
              <a:cs typeface="Google Sans SemiBold"/>
              <a:sym typeface="Google Sans SemiBold"/>
            </a:endParaRPr>
          </a:p>
        </p:txBody>
      </p:sp>
      <p:sp>
        <p:nvSpPr>
          <p:cNvPr id="34" name="Google Shape;34;p2"/>
          <p:cNvSpPr txBox="1"/>
          <p:nvPr/>
        </p:nvSpPr>
        <p:spPr>
          <a:xfrm>
            <a:off x="3263100" y="2852500"/>
            <a:ext cx="4334100" cy="450000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t" anchorCtr="0">
            <a:normAutofit lnSpcReduction="10000"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solidFill>
                  <a:schemeClr val="lt2"/>
                </a:solidFill>
                <a:latin typeface="Google Sans SemiBold"/>
                <a:ea typeface="Google Sans SemiBold"/>
                <a:cs typeface="Google Sans SemiBold"/>
                <a:sym typeface="Google Sans SemiBold"/>
              </a:rPr>
              <a:t>Details </a:t>
            </a:r>
            <a:endParaRPr sz="1900">
              <a:solidFill>
                <a:schemeClr val="lt2"/>
              </a:solidFill>
              <a:latin typeface="Google Sans SemiBold"/>
              <a:ea typeface="Google Sans SemiBold"/>
              <a:cs typeface="Google Sans SemiBold"/>
              <a:sym typeface="Google Sans SemiBold"/>
            </a:endParaRPr>
          </a:p>
        </p:txBody>
      </p:sp>
      <p:sp>
        <p:nvSpPr>
          <p:cNvPr id="35" name="Google Shape;35;p2"/>
          <p:cNvSpPr txBox="1"/>
          <p:nvPr/>
        </p:nvSpPr>
        <p:spPr>
          <a:xfrm>
            <a:off x="3263100" y="7164075"/>
            <a:ext cx="4334100" cy="450000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t" anchorCtr="0">
            <a:normAutofit lnSpcReduction="10000"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solidFill>
                  <a:schemeClr val="lt2"/>
                </a:solidFill>
                <a:latin typeface="Google Sans SemiBold"/>
                <a:ea typeface="Google Sans SemiBold"/>
                <a:cs typeface="Google Sans SemiBold"/>
                <a:sym typeface="Google Sans SemiBold"/>
              </a:rPr>
              <a:t>Next Steps </a:t>
            </a:r>
            <a:endParaRPr sz="1900">
              <a:solidFill>
                <a:schemeClr val="lt2"/>
              </a:solidFill>
              <a:latin typeface="Google Sans SemiBold"/>
              <a:ea typeface="Google Sans SemiBold"/>
              <a:cs typeface="Google Sans SemiBold"/>
              <a:sym typeface="Google Sans SemiBold"/>
            </a:endParaRPr>
          </a:p>
        </p:txBody>
      </p:sp>
      <p:grpSp>
        <p:nvGrpSpPr>
          <p:cNvPr id="36" name="Google Shape;36;p2"/>
          <p:cNvGrpSpPr/>
          <p:nvPr/>
        </p:nvGrpSpPr>
        <p:grpSpPr>
          <a:xfrm>
            <a:off x="172055" y="1468890"/>
            <a:ext cx="7434543" cy="62982"/>
            <a:chOff x="1890075" y="5241175"/>
            <a:chExt cx="4240556" cy="257700"/>
          </a:xfrm>
        </p:grpSpPr>
        <p:sp>
          <p:nvSpPr>
            <p:cNvPr id="37" name="Google Shape;37;p2"/>
            <p:cNvSpPr/>
            <p:nvPr/>
          </p:nvSpPr>
          <p:spPr>
            <a:xfrm rot="-5400000">
              <a:off x="2291325" y="4839925"/>
              <a:ext cx="257700" cy="1060200"/>
            </a:xfrm>
            <a:prstGeom prst="rect">
              <a:avLst/>
            </a:prstGeom>
            <a:solidFill>
              <a:srgbClr val="4285F4"/>
            </a:solidFill>
            <a:ln w="9525" cap="flat" cmpd="sng">
              <a:solidFill>
                <a:srgbClr val="4285F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595959"/>
                </a:solidFill>
              </a:endParaRPr>
            </a:p>
          </p:txBody>
        </p:sp>
        <p:sp>
          <p:nvSpPr>
            <p:cNvPr id="38" name="Google Shape;38;p2"/>
            <p:cNvSpPr/>
            <p:nvPr/>
          </p:nvSpPr>
          <p:spPr>
            <a:xfrm rot="-5400000">
              <a:off x="3351444" y="4839925"/>
              <a:ext cx="257700" cy="1060200"/>
            </a:xfrm>
            <a:prstGeom prst="rect">
              <a:avLst/>
            </a:prstGeom>
            <a:solidFill>
              <a:srgbClr val="DB4437"/>
            </a:solidFill>
            <a:ln w="9525" cap="flat" cmpd="sng">
              <a:solidFill>
                <a:srgbClr val="DB4437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595959"/>
                </a:solidFill>
              </a:endParaRPr>
            </a:p>
          </p:txBody>
        </p:sp>
        <p:sp>
          <p:nvSpPr>
            <p:cNvPr id="39" name="Google Shape;39;p2"/>
            <p:cNvSpPr/>
            <p:nvPr/>
          </p:nvSpPr>
          <p:spPr>
            <a:xfrm rot="-5400000">
              <a:off x="4411563" y="4839925"/>
              <a:ext cx="257700" cy="1060200"/>
            </a:xfrm>
            <a:prstGeom prst="rect">
              <a:avLst/>
            </a:prstGeom>
            <a:solidFill>
              <a:srgbClr val="F4B400"/>
            </a:solidFill>
            <a:ln w="9525" cap="flat" cmpd="sng">
              <a:solidFill>
                <a:srgbClr val="F4B4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595959"/>
                </a:solidFill>
              </a:endParaRPr>
            </a:p>
          </p:txBody>
        </p:sp>
        <p:sp>
          <p:nvSpPr>
            <p:cNvPr id="40" name="Google Shape;40;p2"/>
            <p:cNvSpPr/>
            <p:nvPr/>
          </p:nvSpPr>
          <p:spPr>
            <a:xfrm rot="-5400000">
              <a:off x="5471681" y="4839925"/>
              <a:ext cx="257700" cy="1060200"/>
            </a:xfrm>
            <a:prstGeom prst="rect">
              <a:avLst/>
            </a:prstGeom>
            <a:solidFill>
              <a:srgbClr val="0F9D58"/>
            </a:solidFill>
            <a:ln w="9525" cap="flat" cmpd="sng">
              <a:solidFill>
                <a:srgbClr val="0F9D5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595959"/>
                </a:solidFill>
              </a:endParaRPr>
            </a:p>
          </p:txBody>
        </p:sp>
      </p:grpSp>
      <p:sp>
        <p:nvSpPr>
          <p:cNvPr id="41" name="Google Shape;41;p2"/>
          <p:cNvSpPr/>
          <p:nvPr/>
        </p:nvSpPr>
        <p:spPr>
          <a:xfrm>
            <a:off x="172050" y="2765600"/>
            <a:ext cx="3076800" cy="7293000"/>
          </a:xfrm>
          <a:prstGeom prst="roundRect">
            <a:avLst>
              <a:gd name="adj" fmla="val 0"/>
            </a:avLst>
          </a:prstGeom>
          <a:solidFill>
            <a:srgbClr val="CCCCC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595959"/>
              </a:solidFill>
            </a:endParaRPr>
          </a:p>
        </p:txBody>
      </p:sp>
      <p:grpSp>
        <p:nvGrpSpPr>
          <p:cNvPr id="42" name="Google Shape;42;p2"/>
          <p:cNvGrpSpPr/>
          <p:nvPr/>
        </p:nvGrpSpPr>
        <p:grpSpPr>
          <a:xfrm>
            <a:off x="168930" y="2702615"/>
            <a:ext cx="7434543" cy="62982"/>
            <a:chOff x="1890075" y="5241175"/>
            <a:chExt cx="4240556" cy="257700"/>
          </a:xfrm>
        </p:grpSpPr>
        <p:sp>
          <p:nvSpPr>
            <p:cNvPr id="43" name="Google Shape;43;p2"/>
            <p:cNvSpPr/>
            <p:nvPr/>
          </p:nvSpPr>
          <p:spPr>
            <a:xfrm rot="-5400000">
              <a:off x="2291325" y="4839925"/>
              <a:ext cx="257700" cy="1060200"/>
            </a:xfrm>
            <a:prstGeom prst="rect">
              <a:avLst/>
            </a:prstGeom>
            <a:solidFill>
              <a:srgbClr val="4285F4"/>
            </a:solidFill>
            <a:ln w="9525" cap="flat" cmpd="sng">
              <a:solidFill>
                <a:srgbClr val="4285F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595959"/>
                </a:solidFill>
              </a:endParaRPr>
            </a:p>
          </p:txBody>
        </p:sp>
        <p:sp>
          <p:nvSpPr>
            <p:cNvPr id="44" name="Google Shape;44;p2"/>
            <p:cNvSpPr/>
            <p:nvPr/>
          </p:nvSpPr>
          <p:spPr>
            <a:xfrm rot="-5400000">
              <a:off x="3351444" y="4839925"/>
              <a:ext cx="257700" cy="1060200"/>
            </a:xfrm>
            <a:prstGeom prst="rect">
              <a:avLst/>
            </a:prstGeom>
            <a:solidFill>
              <a:srgbClr val="DB4437"/>
            </a:solidFill>
            <a:ln w="9525" cap="flat" cmpd="sng">
              <a:solidFill>
                <a:srgbClr val="DB4437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595959"/>
                </a:solidFill>
              </a:endParaRPr>
            </a:p>
          </p:txBody>
        </p:sp>
        <p:sp>
          <p:nvSpPr>
            <p:cNvPr id="45" name="Google Shape;45;p2"/>
            <p:cNvSpPr/>
            <p:nvPr/>
          </p:nvSpPr>
          <p:spPr>
            <a:xfrm rot="-5400000">
              <a:off x="4411563" y="4839925"/>
              <a:ext cx="257700" cy="1060200"/>
            </a:xfrm>
            <a:prstGeom prst="rect">
              <a:avLst/>
            </a:prstGeom>
            <a:solidFill>
              <a:srgbClr val="F4B400"/>
            </a:solidFill>
            <a:ln w="9525" cap="flat" cmpd="sng">
              <a:solidFill>
                <a:srgbClr val="F4B4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595959"/>
                </a:solidFill>
              </a:endParaRPr>
            </a:p>
          </p:txBody>
        </p:sp>
        <p:sp>
          <p:nvSpPr>
            <p:cNvPr id="46" name="Google Shape;46;p2"/>
            <p:cNvSpPr/>
            <p:nvPr/>
          </p:nvSpPr>
          <p:spPr>
            <a:xfrm rot="-5400000">
              <a:off x="5471681" y="4839925"/>
              <a:ext cx="257700" cy="1060200"/>
            </a:xfrm>
            <a:prstGeom prst="rect">
              <a:avLst/>
            </a:prstGeom>
            <a:solidFill>
              <a:srgbClr val="0F9D58"/>
            </a:solidFill>
            <a:ln w="9525" cap="flat" cmpd="sng">
              <a:solidFill>
                <a:srgbClr val="0F9D5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595959"/>
                </a:solidFill>
              </a:endParaRPr>
            </a:p>
          </p:txBody>
        </p:sp>
      </p:grpSp>
      <p:cxnSp>
        <p:nvCxnSpPr>
          <p:cNvPr id="47" name="Google Shape;47;p2"/>
          <p:cNvCxnSpPr>
            <a:stCxn id="37" idx="0"/>
          </p:cNvCxnSpPr>
          <p:nvPr/>
        </p:nvCxnSpPr>
        <p:spPr>
          <a:xfrm>
            <a:off x="172055" y="1500381"/>
            <a:ext cx="0" cy="8590500"/>
          </a:xfrm>
          <a:prstGeom prst="straightConnector1">
            <a:avLst/>
          </a:prstGeom>
          <a:noFill/>
          <a:ln w="9525" cap="flat" cmpd="sng">
            <a:solidFill>
              <a:srgbClr val="CCCCCC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48" name="Google Shape;48;p2"/>
          <p:cNvCxnSpPr/>
          <p:nvPr/>
        </p:nvCxnSpPr>
        <p:spPr>
          <a:xfrm>
            <a:off x="7603480" y="1500381"/>
            <a:ext cx="0" cy="8590500"/>
          </a:xfrm>
          <a:prstGeom prst="straightConnector1">
            <a:avLst/>
          </a:prstGeom>
          <a:noFill/>
          <a:ln w="9525" cap="flat" cmpd="sng">
            <a:solidFill>
              <a:srgbClr val="CCCCCC"/>
            </a:solidFill>
            <a:prstDash val="solid"/>
            <a:round/>
            <a:headEnd type="none" w="med" len="med"/>
            <a:tailEnd type="none" w="med" len="med"/>
          </a:ln>
        </p:spPr>
      </p:cxnSp>
      <p:grpSp>
        <p:nvGrpSpPr>
          <p:cNvPr id="49" name="Google Shape;49;p2"/>
          <p:cNvGrpSpPr/>
          <p:nvPr/>
        </p:nvGrpSpPr>
        <p:grpSpPr>
          <a:xfrm>
            <a:off x="0" y="3413775"/>
            <a:ext cx="3530025" cy="746350"/>
            <a:chOff x="0" y="3156075"/>
            <a:chExt cx="3530025" cy="746350"/>
          </a:xfrm>
        </p:grpSpPr>
        <p:sp>
          <p:nvSpPr>
            <p:cNvPr id="50" name="Google Shape;50;p2"/>
            <p:cNvSpPr/>
            <p:nvPr/>
          </p:nvSpPr>
          <p:spPr>
            <a:xfrm rot="5400000">
              <a:off x="3097725" y="3470125"/>
              <a:ext cx="583500" cy="281100"/>
            </a:xfrm>
            <a:prstGeom prst="trapezoid">
              <a:avLst>
                <a:gd name="adj" fmla="val 102819"/>
              </a:avLst>
            </a:prstGeom>
            <a:solidFill>
              <a:srgbClr val="4F4F4F"/>
            </a:solidFill>
            <a:ln w="9525" cap="flat" cmpd="sng">
              <a:solidFill>
                <a:srgbClr val="575757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595959"/>
                </a:solidFill>
              </a:endParaRPr>
            </a:p>
          </p:txBody>
        </p:sp>
        <p:sp>
          <p:nvSpPr>
            <p:cNvPr id="51" name="Google Shape;51;p2"/>
            <p:cNvSpPr/>
            <p:nvPr/>
          </p:nvSpPr>
          <p:spPr>
            <a:xfrm>
              <a:off x="0" y="3156075"/>
              <a:ext cx="3529800" cy="453000"/>
            </a:xfrm>
            <a:prstGeom prst="rect">
              <a:avLst/>
            </a:prstGeom>
            <a:solidFill>
              <a:srgbClr val="666666"/>
            </a:solidFill>
            <a:ln w="9525" cap="flat" cmpd="sng">
              <a:solidFill>
                <a:srgbClr val="575757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595959"/>
                </a:solidFill>
              </a:endParaRPr>
            </a:p>
          </p:txBody>
        </p:sp>
      </p:grpSp>
      <p:grpSp>
        <p:nvGrpSpPr>
          <p:cNvPr id="52" name="Google Shape;52;p2"/>
          <p:cNvGrpSpPr/>
          <p:nvPr/>
        </p:nvGrpSpPr>
        <p:grpSpPr>
          <a:xfrm>
            <a:off x="3248850" y="2867100"/>
            <a:ext cx="4936034" cy="746350"/>
            <a:chOff x="0" y="3156075"/>
            <a:chExt cx="3530025" cy="746350"/>
          </a:xfrm>
        </p:grpSpPr>
        <p:sp>
          <p:nvSpPr>
            <p:cNvPr id="53" name="Google Shape;53;p2"/>
            <p:cNvSpPr/>
            <p:nvPr/>
          </p:nvSpPr>
          <p:spPr>
            <a:xfrm rot="5400000">
              <a:off x="3097725" y="3470125"/>
              <a:ext cx="583500" cy="281100"/>
            </a:xfrm>
            <a:prstGeom prst="trapezoid">
              <a:avLst>
                <a:gd name="adj" fmla="val 102819"/>
              </a:avLst>
            </a:prstGeom>
            <a:solidFill>
              <a:srgbClr val="4F4F4F"/>
            </a:solidFill>
            <a:ln w="9525" cap="flat" cmpd="sng">
              <a:solidFill>
                <a:srgbClr val="575757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595959"/>
                </a:solidFill>
              </a:endParaRPr>
            </a:p>
          </p:txBody>
        </p:sp>
        <p:sp>
          <p:nvSpPr>
            <p:cNvPr id="54" name="Google Shape;54;p2"/>
            <p:cNvSpPr/>
            <p:nvPr/>
          </p:nvSpPr>
          <p:spPr>
            <a:xfrm>
              <a:off x="0" y="3156075"/>
              <a:ext cx="3529800" cy="453000"/>
            </a:xfrm>
            <a:prstGeom prst="rect">
              <a:avLst/>
            </a:prstGeom>
            <a:solidFill>
              <a:srgbClr val="666666"/>
            </a:solidFill>
            <a:ln w="9525" cap="flat" cmpd="sng">
              <a:solidFill>
                <a:srgbClr val="575757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595959"/>
                </a:solidFill>
              </a:endParaRPr>
            </a:p>
          </p:txBody>
        </p:sp>
      </p:grpSp>
      <p:grpSp>
        <p:nvGrpSpPr>
          <p:cNvPr id="55" name="Google Shape;55;p2"/>
          <p:cNvGrpSpPr/>
          <p:nvPr/>
        </p:nvGrpSpPr>
        <p:grpSpPr>
          <a:xfrm>
            <a:off x="3248850" y="7166275"/>
            <a:ext cx="4936034" cy="746350"/>
            <a:chOff x="0" y="3156075"/>
            <a:chExt cx="3530025" cy="746350"/>
          </a:xfrm>
        </p:grpSpPr>
        <p:sp>
          <p:nvSpPr>
            <p:cNvPr id="56" name="Google Shape;56;p2"/>
            <p:cNvSpPr/>
            <p:nvPr/>
          </p:nvSpPr>
          <p:spPr>
            <a:xfrm rot="5400000">
              <a:off x="3097725" y="3470125"/>
              <a:ext cx="583500" cy="281100"/>
            </a:xfrm>
            <a:prstGeom prst="trapezoid">
              <a:avLst>
                <a:gd name="adj" fmla="val 102819"/>
              </a:avLst>
            </a:prstGeom>
            <a:solidFill>
              <a:srgbClr val="4F4F4F"/>
            </a:solidFill>
            <a:ln w="9525" cap="flat" cmpd="sng">
              <a:solidFill>
                <a:srgbClr val="575757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595959"/>
                </a:solidFill>
              </a:endParaRPr>
            </a:p>
          </p:txBody>
        </p:sp>
        <p:sp>
          <p:nvSpPr>
            <p:cNvPr id="57" name="Google Shape;57;p2"/>
            <p:cNvSpPr/>
            <p:nvPr/>
          </p:nvSpPr>
          <p:spPr>
            <a:xfrm>
              <a:off x="0" y="3156075"/>
              <a:ext cx="3529800" cy="453000"/>
            </a:xfrm>
            <a:prstGeom prst="rect">
              <a:avLst/>
            </a:prstGeom>
            <a:solidFill>
              <a:srgbClr val="666666"/>
            </a:solidFill>
            <a:ln w="9525" cap="flat" cmpd="sng">
              <a:solidFill>
                <a:srgbClr val="575757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595959"/>
                </a:solidFill>
              </a:endParaRPr>
            </a:p>
          </p:txBody>
        </p:sp>
      </p:grpSp>
      <p:sp>
        <p:nvSpPr>
          <p:cNvPr id="58" name="Google Shape;58;p2"/>
          <p:cNvSpPr txBox="1"/>
          <p:nvPr/>
        </p:nvSpPr>
        <p:spPr>
          <a:xfrm>
            <a:off x="188700" y="3410750"/>
            <a:ext cx="3074400" cy="463200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t" anchorCtr="0">
            <a:normAutofit lnSpcReduction="10000"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solidFill>
                  <a:srgbClr val="EEEEEE"/>
                </a:solidFill>
                <a:latin typeface="Google Sans SemiBold"/>
                <a:ea typeface="Google Sans SemiBold"/>
                <a:cs typeface="Google Sans SemiBold"/>
                <a:sym typeface="Google Sans SemiBold"/>
              </a:rPr>
              <a:t>Key Insights </a:t>
            </a:r>
            <a:endParaRPr sz="1900">
              <a:solidFill>
                <a:srgbClr val="EEEEEE"/>
              </a:solidFill>
              <a:latin typeface="Google Sans SemiBold"/>
              <a:ea typeface="Google Sans SemiBold"/>
              <a:cs typeface="Google Sans SemiBold"/>
              <a:sym typeface="Google Sans SemiBold"/>
            </a:endParaRPr>
          </a:p>
        </p:txBody>
      </p:sp>
      <p:sp>
        <p:nvSpPr>
          <p:cNvPr id="59" name="Google Shape;59;p2"/>
          <p:cNvSpPr txBox="1"/>
          <p:nvPr/>
        </p:nvSpPr>
        <p:spPr>
          <a:xfrm>
            <a:off x="3263100" y="2852500"/>
            <a:ext cx="4334100" cy="450000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t" anchorCtr="0">
            <a:normAutofit lnSpcReduction="10000"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solidFill>
                  <a:srgbClr val="EEEEEE"/>
                </a:solidFill>
                <a:latin typeface="Google Sans SemiBold"/>
                <a:ea typeface="Google Sans SemiBold"/>
                <a:cs typeface="Google Sans SemiBold"/>
                <a:sym typeface="Google Sans SemiBold"/>
              </a:rPr>
              <a:t>Details </a:t>
            </a:r>
            <a:endParaRPr sz="1900">
              <a:solidFill>
                <a:srgbClr val="EEEEEE"/>
              </a:solidFill>
              <a:latin typeface="Google Sans SemiBold"/>
              <a:ea typeface="Google Sans SemiBold"/>
              <a:cs typeface="Google Sans SemiBold"/>
              <a:sym typeface="Google Sans SemiBold"/>
            </a:endParaRPr>
          </a:p>
        </p:txBody>
      </p:sp>
      <p:sp>
        <p:nvSpPr>
          <p:cNvPr id="60" name="Google Shape;60;p2"/>
          <p:cNvSpPr txBox="1"/>
          <p:nvPr/>
        </p:nvSpPr>
        <p:spPr>
          <a:xfrm>
            <a:off x="3263100" y="7164075"/>
            <a:ext cx="4334100" cy="450000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t" anchorCtr="0">
            <a:normAutofit lnSpcReduction="10000"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solidFill>
                  <a:srgbClr val="EEEEEE"/>
                </a:solidFill>
                <a:latin typeface="Google Sans SemiBold"/>
                <a:ea typeface="Google Sans SemiBold"/>
                <a:cs typeface="Google Sans SemiBold"/>
                <a:sym typeface="Google Sans SemiBold"/>
              </a:rPr>
              <a:t>Next Steps </a:t>
            </a:r>
            <a:endParaRPr sz="1900">
              <a:solidFill>
                <a:srgbClr val="EEEEEE"/>
              </a:solidFill>
              <a:latin typeface="Google Sans SemiBold"/>
              <a:ea typeface="Google Sans SemiBold"/>
              <a:cs typeface="Google Sans SemiBold"/>
              <a:sym typeface="Google Sans SemiBold"/>
            </a:endParaRPr>
          </a:p>
        </p:txBody>
      </p:sp>
      <p:sp>
        <p:nvSpPr>
          <p:cNvPr id="61" name="Google Shape;61;p2"/>
          <p:cNvSpPr txBox="1"/>
          <p:nvPr/>
        </p:nvSpPr>
        <p:spPr>
          <a:xfrm>
            <a:off x="159875" y="441000"/>
            <a:ext cx="7458900" cy="507900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100" b="1">
                <a:latin typeface="Google Sans"/>
                <a:ea typeface="Google Sans"/>
                <a:cs typeface="Google Sans"/>
                <a:sym typeface="Google Sans"/>
              </a:rPr>
              <a:t>Click here to edit title</a:t>
            </a:r>
            <a:endParaRPr sz="2100" b="1"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62" name="Google Shape;62;p2"/>
          <p:cNvSpPr txBox="1"/>
          <p:nvPr/>
        </p:nvSpPr>
        <p:spPr>
          <a:xfrm>
            <a:off x="1763100" y="948050"/>
            <a:ext cx="42462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en" sz="1200">
                <a:latin typeface="PT Sans Narrow"/>
                <a:ea typeface="PT Sans Narrow"/>
                <a:cs typeface="PT Sans Narrow"/>
                <a:sym typeface="PT Sans Narrow"/>
              </a:rPr>
              <a:t>Click here to edit subtitle</a:t>
            </a:r>
            <a:endParaRPr sz="1200">
              <a:solidFill>
                <a:srgbClr val="000000"/>
              </a:solidFill>
              <a:latin typeface="PT Sans Narrow"/>
              <a:ea typeface="PT Sans Narrow"/>
              <a:cs typeface="PT Sans Narrow"/>
              <a:sym typeface="PT Sans Narrow"/>
            </a:endParaRPr>
          </a:p>
        </p:txBody>
      </p:sp>
      <p:sp>
        <p:nvSpPr>
          <p:cNvPr id="63" name="Google Shape;63;p2"/>
          <p:cNvSpPr>
            <a:spLocks noGrp="1"/>
          </p:cNvSpPr>
          <p:nvPr>
            <p:ph type="pic" idx="2"/>
          </p:nvPr>
        </p:nvSpPr>
        <p:spPr>
          <a:xfrm>
            <a:off x="4583375" y="3389400"/>
            <a:ext cx="3035400" cy="2495700"/>
          </a:xfrm>
          <a:prstGeom prst="rect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4" name="Google Shape;64;p2"/>
          <p:cNvSpPr txBox="1"/>
          <p:nvPr/>
        </p:nvSpPr>
        <p:spPr>
          <a:xfrm>
            <a:off x="4541175" y="5895125"/>
            <a:ext cx="3074400" cy="28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62500" lnSpcReduction="20000"/>
          </a:bodyPr>
          <a:lstStyle/>
          <a:p>
            <a:pPr marL="0" lvl="0" indent="0" algn="l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 i="1">
                <a:latin typeface="Lato"/>
                <a:ea typeface="Lato"/>
                <a:cs typeface="Lato"/>
                <a:sym typeface="Lato"/>
              </a:rPr>
              <a:t>Image Alt-Text Here</a:t>
            </a:r>
            <a:endParaRPr sz="1100" i="1">
              <a:solidFill>
                <a:srgbClr val="000000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Layout 2">
  <p:cSld name="TITLE_1"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6" name="Google Shape;66;p3"/>
          <p:cNvCxnSpPr>
            <a:stCxn id="67" idx="1"/>
          </p:cNvCxnSpPr>
          <p:nvPr/>
        </p:nvCxnSpPr>
        <p:spPr>
          <a:xfrm>
            <a:off x="3033472" y="937660"/>
            <a:ext cx="15900" cy="6568200"/>
          </a:xfrm>
          <a:prstGeom prst="straightConnector1">
            <a:avLst/>
          </a:prstGeom>
          <a:noFill/>
          <a:ln w="9525" cap="flat" cmpd="sng">
            <a:solidFill>
              <a:srgbClr val="CCCCCC"/>
            </a:solidFill>
            <a:prstDash val="solid"/>
            <a:round/>
            <a:headEnd type="none" w="med" len="med"/>
            <a:tailEnd type="none" w="med" len="med"/>
          </a:ln>
        </p:spPr>
      </p:cxnSp>
      <p:grpSp>
        <p:nvGrpSpPr>
          <p:cNvPr id="68" name="Google Shape;68;p3"/>
          <p:cNvGrpSpPr/>
          <p:nvPr/>
        </p:nvGrpSpPr>
        <p:grpSpPr>
          <a:xfrm>
            <a:off x="190345" y="900758"/>
            <a:ext cx="7581747" cy="5906"/>
            <a:chOff x="1890075" y="5241175"/>
            <a:chExt cx="4240556" cy="257700"/>
          </a:xfrm>
        </p:grpSpPr>
        <p:sp>
          <p:nvSpPr>
            <p:cNvPr id="69" name="Google Shape;69;p3"/>
            <p:cNvSpPr/>
            <p:nvPr/>
          </p:nvSpPr>
          <p:spPr>
            <a:xfrm rot="-5400000">
              <a:off x="2291325" y="4839925"/>
              <a:ext cx="257700" cy="1060200"/>
            </a:xfrm>
            <a:prstGeom prst="rect">
              <a:avLst/>
            </a:prstGeom>
            <a:solidFill>
              <a:srgbClr val="4285F4"/>
            </a:solidFill>
            <a:ln w="9525" cap="flat" cmpd="sng">
              <a:solidFill>
                <a:srgbClr val="4285F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2"/>
                </a:solidFill>
              </a:endParaRPr>
            </a:p>
          </p:txBody>
        </p:sp>
        <p:sp>
          <p:nvSpPr>
            <p:cNvPr id="70" name="Google Shape;70;p3"/>
            <p:cNvSpPr/>
            <p:nvPr/>
          </p:nvSpPr>
          <p:spPr>
            <a:xfrm rot="-5400000">
              <a:off x="3351444" y="4839925"/>
              <a:ext cx="257700" cy="1060200"/>
            </a:xfrm>
            <a:prstGeom prst="rect">
              <a:avLst/>
            </a:prstGeom>
            <a:solidFill>
              <a:srgbClr val="DB4437"/>
            </a:solidFill>
            <a:ln w="9525" cap="flat" cmpd="sng">
              <a:solidFill>
                <a:srgbClr val="DB4437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2"/>
                </a:solidFill>
              </a:endParaRPr>
            </a:p>
          </p:txBody>
        </p:sp>
        <p:sp>
          <p:nvSpPr>
            <p:cNvPr id="71" name="Google Shape;71;p3"/>
            <p:cNvSpPr/>
            <p:nvPr/>
          </p:nvSpPr>
          <p:spPr>
            <a:xfrm rot="-5400000">
              <a:off x="4411563" y="4839925"/>
              <a:ext cx="257700" cy="1060200"/>
            </a:xfrm>
            <a:prstGeom prst="rect">
              <a:avLst/>
            </a:prstGeom>
            <a:solidFill>
              <a:srgbClr val="F4B400"/>
            </a:solidFill>
            <a:ln w="9525" cap="flat" cmpd="sng">
              <a:solidFill>
                <a:srgbClr val="F4B4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2"/>
                </a:solidFill>
              </a:endParaRPr>
            </a:p>
          </p:txBody>
        </p:sp>
        <p:sp>
          <p:nvSpPr>
            <p:cNvPr id="72" name="Google Shape;72;p3"/>
            <p:cNvSpPr/>
            <p:nvPr/>
          </p:nvSpPr>
          <p:spPr>
            <a:xfrm rot="-5400000">
              <a:off x="5471681" y="4839925"/>
              <a:ext cx="257700" cy="1060200"/>
            </a:xfrm>
            <a:prstGeom prst="rect">
              <a:avLst/>
            </a:prstGeom>
            <a:solidFill>
              <a:srgbClr val="0F9D58"/>
            </a:solidFill>
            <a:ln w="9525" cap="flat" cmpd="sng">
              <a:solidFill>
                <a:srgbClr val="0F9D5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2"/>
                </a:solidFill>
              </a:endParaRPr>
            </a:p>
          </p:txBody>
        </p:sp>
      </p:grpSp>
      <p:grpSp>
        <p:nvGrpSpPr>
          <p:cNvPr id="73" name="Google Shape;73;p3"/>
          <p:cNvGrpSpPr/>
          <p:nvPr/>
        </p:nvGrpSpPr>
        <p:grpSpPr>
          <a:xfrm>
            <a:off x="190320" y="931759"/>
            <a:ext cx="7581691" cy="5901"/>
            <a:chOff x="1890075" y="5241175"/>
            <a:chExt cx="4240556" cy="257700"/>
          </a:xfrm>
        </p:grpSpPr>
        <p:sp>
          <p:nvSpPr>
            <p:cNvPr id="74" name="Google Shape;74;p3"/>
            <p:cNvSpPr/>
            <p:nvPr/>
          </p:nvSpPr>
          <p:spPr>
            <a:xfrm rot="-5400000">
              <a:off x="2291325" y="4839925"/>
              <a:ext cx="257700" cy="1060200"/>
            </a:xfrm>
            <a:prstGeom prst="rect">
              <a:avLst/>
            </a:prstGeom>
            <a:solidFill>
              <a:srgbClr val="4285F4"/>
            </a:solidFill>
            <a:ln w="9525" cap="flat" cmpd="sng">
              <a:solidFill>
                <a:srgbClr val="4285F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2"/>
                </a:solidFill>
              </a:endParaRPr>
            </a:p>
          </p:txBody>
        </p:sp>
        <p:sp>
          <p:nvSpPr>
            <p:cNvPr id="75" name="Google Shape;75;p3"/>
            <p:cNvSpPr/>
            <p:nvPr/>
          </p:nvSpPr>
          <p:spPr>
            <a:xfrm rot="-5400000">
              <a:off x="3351444" y="4839925"/>
              <a:ext cx="257700" cy="1060200"/>
            </a:xfrm>
            <a:prstGeom prst="rect">
              <a:avLst/>
            </a:prstGeom>
            <a:solidFill>
              <a:srgbClr val="DB4437"/>
            </a:solidFill>
            <a:ln w="9525" cap="flat" cmpd="sng">
              <a:solidFill>
                <a:srgbClr val="DB4437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2"/>
                </a:solidFill>
              </a:endParaRPr>
            </a:p>
          </p:txBody>
        </p:sp>
        <p:sp>
          <p:nvSpPr>
            <p:cNvPr id="76" name="Google Shape;76;p3"/>
            <p:cNvSpPr/>
            <p:nvPr/>
          </p:nvSpPr>
          <p:spPr>
            <a:xfrm rot="-5400000">
              <a:off x="4411563" y="4839925"/>
              <a:ext cx="257700" cy="1060200"/>
            </a:xfrm>
            <a:prstGeom prst="rect">
              <a:avLst/>
            </a:prstGeom>
            <a:solidFill>
              <a:srgbClr val="F4B400"/>
            </a:solidFill>
            <a:ln w="9525" cap="flat" cmpd="sng">
              <a:solidFill>
                <a:srgbClr val="F4B4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2"/>
                </a:solidFill>
              </a:endParaRPr>
            </a:p>
          </p:txBody>
        </p:sp>
        <p:sp>
          <p:nvSpPr>
            <p:cNvPr id="77" name="Google Shape;77;p3"/>
            <p:cNvSpPr/>
            <p:nvPr/>
          </p:nvSpPr>
          <p:spPr>
            <a:xfrm rot="-5400000">
              <a:off x="5471681" y="4839925"/>
              <a:ext cx="257700" cy="1060200"/>
            </a:xfrm>
            <a:prstGeom prst="rect">
              <a:avLst/>
            </a:prstGeom>
            <a:solidFill>
              <a:srgbClr val="0F9D58"/>
            </a:solidFill>
            <a:ln w="9525" cap="flat" cmpd="sng">
              <a:solidFill>
                <a:srgbClr val="0F9D5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2"/>
                </a:solidFill>
              </a:endParaRPr>
            </a:p>
          </p:txBody>
        </p:sp>
      </p:grpSp>
      <p:sp>
        <p:nvSpPr>
          <p:cNvPr id="78" name="Google Shape;78;p3"/>
          <p:cNvSpPr/>
          <p:nvPr/>
        </p:nvSpPr>
        <p:spPr>
          <a:xfrm rot="248910">
            <a:off x="7469568" y="-16320"/>
            <a:ext cx="1791494" cy="10540289"/>
          </a:xfrm>
          <a:prstGeom prst="rtTriangle">
            <a:avLst/>
          </a:prstGeom>
          <a:solidFill>
            <a:srgbClr val="B7B7B7"/>
          </a:solidFill>
          <a:ln w="9525" cap="flat" cmpd="sng">
            <a:solidFill>
              <a:srgbClr val="CFB99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CFB991"/>
              </a:solidFill>
            </a:endParaRPr>
          </a:p>
        </p:txBody>
      </p:sp>
      <p:sp>
        <p:nvSpPr>
          <p:cNvPr id="79" name="Google Shape;79;p3"/>
          <p:cNvSpPr>
            <a:spLocks noGrp="1"/>
          </p:cNvSpPr>
          <p:nvPr>
            <p:ph type="pic" idx="2"/>
          </p:nvPr>
        </p:nvSpPr>
        <p:spPr>
          <a:xfrm>
            <a:off x="3552088" y="1473363"/>
            <a:ext cx="3035400" cy="2495700"/>
          </a:xfrm>
          <a:prstGeom prst="rect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0" name="Google Shape;80;p3"/>
          <p:cNvSpPr txBox="1"/>
          <p:nvPr/>
        </p:nvSpPr>
        <p:spPr>
          <a:xfrm>
            <a:off x="510050" y="9659903"/>
            <a:ext cx="3081600" cy="28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62500" lnSpcReduction="20000"/>
          </a:bodyPr>
          <a:lstStyle/>
          <a:p>
            <a:pPr marL="0" lvl="0" indent="0" algn="l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100" i="1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" name="Google Shape;81;p3"/>
          <p:cNvSpPr/>
          <p:nvPr/>
        </p:nvSpPr>
        <p:spPr>
          <a:xfrm>
            <a:off x="159875" y="7502350"/>
            <a:ext cx="7612200" cy="2379300"/>
          </a:xfrm>
          <a:prstGeom prst="rect">
            <a:avLst/>
          </a:prstGeom>
          <a:noFill/>
          <a:ln w="38100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82" name="Google Shape;82;p3"/>
          <p:cNvGrpSpPr/>
          <p:nvPr/>
        </p:nvGrpSpPr>
        <p:grpSpPr>
          <a:xfrm>
            <a:off x="190320" y="900657"/>
            <a:ext cx="7581691" cy="5901"/>
            <a:chOff x="1890075" y="5241175"/>
            <a:chExt cx="4240556" cy="257700"/>
          </a:xfrm>
        </p:grpSpPr>
        <p:sp>
          <p:nvSpPr>
            <p:cNvPr id="83" name="Google Shape;83;p3"/>
            <p:cNvSpPr/>
            <p:nvPr/>
          </p:nvSpPr>
          <p:spPr>
            <a:xfrm rot="-5400000">
              <a:off x="2291325" y="4839925"/>
              <a:ext cx="257700" cy="1060200"/>
            </a:xfrm>
            <a:prstGeom prst="rect">
              <a:avLst/>
            </a:prstGeom>
            <a:solidFill>
              <a:srgbClr val="4285F4"/>
            </a:solidFill>
            <a:ln w="9525" cap="flat" cmpd="sng">
              <a:solidFill>
                <a:srgbClr val="4285F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595959"/>
                </a:solidFill>
              </a:endParaRPr>
            </a:p>
          </p:txBody>
        </p:sp>
        <p:sp>
          <p:nvSpPr>
            <p:cNvPr id="84" name="Google Shape;84;p3"/>
            <p:cNvSpPr/>
            <p:nvPr/>
          </p:nvSpPr>
          <p:spPr>
            <a:xfrm rot="-5400000">
              <a:off x="3351444" y="4839925"/>
              <a:ext cx="257700" cy="1060200"/>
            </a:xfrm>
            <a:prstGeom prst="rect">
              <a:avLst/>
            </a:prstGeom>
            <a:solidFill>
              <a:srgbClr val="DB4437"/>
            </a:solidFill>
            <a:ln w="9525" cap="flat" cmpd="sng">
              <a:solidFill>
                <a:srgbClr val="DB4437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595959"/>
                </a:solidFill>
              </a:endParaRPr>
            </a:p>
          </p:txBody>
        </p:sp>
        <p:sp>
          <p:nvSpPr>
            <p:cNvPr id="85" name="Google Shape;85;p3"/>
            <p:cNvSpPr/>
            <p:nvPr/>
          </p:nvSpPr>
          <p:spPr>
            <a:xfrm rot="-5400000">
              <a:off x="4411563" y="4839925"/>
              <a:ext cx="257700" cy="1060200"/>
            </a:xfrm>
            <a:prstGeom prst="rect">
              <a:avLst/>
            </a:prstGeom>
            <a:solidFill>
              <a:srgbClr val="F4B400"/>
            </a:solidFill>
            <a:ln w="9525" cap="flat" cmpd="sng">
              <a:solidFill>
                <a:srgbClr val="F4B4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595959"/>
                </a:solidFill>
              </a:endParaRPr>
            </a:p>
          </p:txBody>
        </p:sp>
        <p:sp>
          <p:nvSpPr>
            <p:cNvPr id="86" name="Google Shape;86;p3"/>
            <p:cNvSpPr/>
            <p:nvPr/>
          </p:nvSpPr>
          <p:spPr>
            <a:xfrm rot="-5400000">
              <a:off x="5471681" y="4839925"/>
              <a:ext cx="257700" cy="1060200"/>
            </a:xfrm>
            <a:prstGeom prst="rect">
              <a:avLst/>
            </a:prstGeom>
            <a:solidFill>
              <a:srgbClr val="0F9D58"/>
            </a:solidFill>
            <a:ln w="9525" cap="flat" cmpd="sng">
              <a:solidFill>
                <a:srgbClr val="0F9D5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595959"/>
                </a:solidFill>
              </a:endParaRPr>
            </a:p>
          </p:txBody>
        </p:sp>
      </p:grpSp>
      <p:grpSp>
        <p:nvGrpSpPr>
          <p:cNvPr id="87" name="Google Shape;87;p3"/>
          <p:cNvGrpSpPr/>
          <p:nvPr/>
        </p:nvGrpSpPr>
        <p:grpSpPr>
          <a:xfrm>
            <a:off x="190320" y="931759"/>
            <a:ext cx="7581691" cy="5901"/>
            <a:chOff x="1890075" y="5241175"/>
            <a:chExt cx="4240556" cy="257700"/>
          </a:xfrm>
        </p:grpSpPr>
        <p:sp>
          <p:nvSpPr>
            <p:cNvPr id="88" name="Google Shape;88;p3"/>
            <p:cNvSpPr/>
            <p:nvPr/>
          </p:nvSpPr>
          <p:spPr>
            <a:xfrm rot="-5400000">
              <a:off x="2291325" y="4839925"/>
              <a:ext cx="257700" cy="1060200"/>
            </a:xfrm>
            <a:prstGeom prst="rect">
              <a:avLst/>
            </a:prstGeom>
            <a:solidFill>
              <a:srgbClr val="4285F4"/>
            </a:solidFill>
            <a:ln w="9525" cap="flat" cmpd="sng">
              <a:solidFill>
                <a:srgbClr val="4285F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595959"/>
                </a:solidFill>
              </a:endParaRPr>
            </a:p>
          </p:txBody>
        </p:sp>
        <p:sp>
          <p:nvSpPr>
            <p:cNvPr id="67" name="Google Shape;67;p3"/>
            <p:cNvSpPr/>
            <p:nvPr/>
          </p:nvSpPr>
          <p:spPr>
            <a:xfrm rot="-5400000">
              <a:off x="3351444" y="4839925"/>
              <a:ext cx="257700" cy="1060200"/>
            </a:xfrm>
            <a:prstGeom prst="rect">
              <a:avLst/>
            </a:prstGeom>
            <a:solidFill>
              <a:srgbClr val="DB4437"/>
            </a:solidFill>
            <a:ln w="9525" cap="flat" cmpd="sng">
              <a:solidFill>
                <a:srgbClr val="DB4437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595959"/>
                </a:solidFill>
              </a:endParaRPr>
            </a:p>
          </p:txBody>
        </p:sp>
        <p:sp>
          <p:nvSpPr>
            <p:cNvPr id="89" name="Google Shape;89;p3"/>
            <p:cNvSpPr/>
            <p:nvPr/>
          </p:nvSpPr>
          <p:spPr>
            <a:xfrm rot="-5400000">
              <a:off x="4411563" y="4839925"/>
              <a:ext cx="257700" cy="1060200"/>
            </a:xfrm>
            <a:prstGeom prst="rect">
              <a:avLst/>
            </a:prstGeom>
            <a:solidFill>
              <a:srgbClr val="F4B400"/>
            </a:solidFill>
            <a:ln w="9525" cap="flat" cmpd="sng">
              <a:solidFill>
                <a:srgbClr val="F4B4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595959"/>
                </a:solidFill>
              </a:endParaRPr>
            </a:p>
          </p:txBody>
        </p:sp>
        <p:sp>
          <p:nvSpPr>
            <p:cNvPr id="90" name="Google Shape;90;p3"/>
            <p:cNvSpPr/>
            <p:nvPr/>
          </p:nvSpPr>
          <p:spPr>
            <a:xfrm rot="-5400000">
              <a:off x="5471681" y="4839925"/>
              <a:ext cx="257700" cy="1060200"/>
            </a:xfrm>
            <a:prstGeom prst="rect">
              <a:avLst/>
            </a:prstGeom>
            <a:solidFill>
              <a:srgbClr val="0F9D58"/>
            </a:solidFill>
            <a:ln w="9525" cap="flat" cmpd="sng">
              <a:solidFill>
                <a:srgbClr val="0F9D5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595959"/>
                </a:solidFill>
              </a:endParaRPr>
            </a:p>
          </p:txBody>
        </p:sp>
      </p:grpSp>
      <p:sp>
        <p:nvSpPr>
          <p:cNvPr id="91" name="Google Shape;91;p3"/>
          <p:cNvSpPr/>
          <p:nvPr/>
        </p:nvSpPr>
        <p:spPr>
          <a:xfrm rot="248910">
            <a:off x="7469568" y="-16320"/>
            <a:ext cx="1791494" cy="10540289"/>
          </a:xfrm>
          <a:prstGeom prst="rtTriangle">
            <a:avLst/>
          </a:prstGeom>
          <a:solidFill>
            <a:srgbClr val="575757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CFB991"/>
              </a:solidFill>
            </a:endParaRPr>
          </a:p>
        </p:txBody>
      </p:sp>
      <p:sp>
        <p:nvSpPr>
          <p:cNvPr id="92" name="Google Shape;92;p3"/>
          <p:cNvSpPr txBox="1"/>
          <p:nvPr/>
        </p:nvSpPr>
        <p:spPr>
          <a:xfrm>
            <a:off x="290394" y="934500"/>
            <a:ext cx="22590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Work Sans"/>
                <a:ea typeface="Work Sans"/>
                <a:cs typeface="Work Sans"/>
                <a:sym typeface="Work Sans"/>
              </a:rPr>
              <a:t>ISSUE / PROBLEM</a:t>
            </a:r>
            <a:endParaRPr sz="1500">
              <a:latin typeface="Work Sans"/>
              <a:ea typeface="Work Sans"/>
              <a:cs typeface="Work Sans"/>
              <a:sym typeface="Work Sans"/>
            </a:endParaRPr>
          </a:p>
        </p:txBody>
      </p:sp>
      <p:grpSp>
        <p:nvGrpSpPr>
          <p:cNvPr id="93" name="Google Shape;93;p3"/>
          <p:cNvGrpSpPr/>
          <p:nvPr/>
        </p:nvGrpSpPr>
        <p:grpSpPr>
          <a:xfrm>
            <a:off x="172024" y="1040825"/>
            <a:ext cx="137818" cy="187200"/>
            <a:chOff x="507100" y="1997600"/>
            <a:chExt cx="158375" cy="187200"/>
          </a:xfrm>
        </p:grpSpPr>
        <p:sp>
          <p:nvSpPr>
            <p:cNvPr id="94" name="Google Shape;94;p3"/>
            <p:cNvSpPr/>
            <p:nvPr/>
          </p:nvSpPr>
          <p:spPr>
            <a:xfrm>
              <a:off x="529575" y="1997600"/>
              <a:ext cx="135900" cy="187200"/>
            </a:xfrm>
            <a:prstGeom prst="chevron">
              <a:avLst>
                <a:gd name="adj" fmla="val 50000"/>
              </a:avLst>
            </a:prstGeom>
            <a:solidFill>
              <a:srgbClr val="0000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" name="Google Shape;95;p3"/>
            <p:cNvSpPr/>
            <p:nvPr/>
          </p:nvSpPr>
          <p:spPr>
            <a:xfrm>
              <a:off x="507100" y="2017025"/>
              <a:ext cx="135900" cy="146700"/>
            </a:xfrm>
            <a:prstGeom prst="chevron">
              <a:avLst>
                <a:gd name="adj" fmla="val 50000"/>
              </a:avLst>
            </a:prstGeom>
            <a:solidFill>
              <a:srgbClr val="4069DD"/>
            </a:solidFill>
            <a:ln w="9525" cap="flat" cmpd="sng">
              <a:solidFill>
                <a:srgbClr val="4069DD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96" name="Google Shape;96;p3"/>
          <p:cNvSpPr txBox="1"/>
          <p:nvPr/>
        </p:nvSpPr>
        <p:spPr>
          <a:xfrm>
            <a:off x="308719" y="2801400"/>
            <a:ext cx="22590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Work Sans"/>
                <a:ea typeface="Work Sans"/>
                <a:cs typeface="Work Sans"/>
                <a:sym typeface="Work Sans"/>
              </a:rPr>
              <a:t>RESPONSE </a:t>
            </a:r>
            <a:endParaRPr sz="1500">
              <a:latin typeface="Work Sans"/>
              <a:ea typeface="Work Sans"/>
              <a:cs typeface="Work Sans"/>
              <a:sym typeface="Work Sans"/>
            </a:endParaRPr>
          </a:p>
        </p:txBody>
      </p:sp>
      <p:grpSp>
        <p:nvGrpSpPr>
          <p:cNvPr id="97" name="Google Shape;97;p3"/>
          <p:cNvGrpSpPr/>
          <p:nvPr/>
        </p:nvGrpSpPr>
        <p:grpSpPr>
          <a:xfrm>
            <a:off x="190349" y="2907725"/>
            <a:ext cx="137818" cy="187200"/>
            <a:chOff x="507100" y="1540400"/>
            <a:chExt cx="158375" cy="187200"/>
          </a:xfrm>
        </p:grpSpPr>
        <p:sp>
          <p:nvSpPr>
            <p:cNvPr id="98" name="Google Shape;98;p3"/>
            <p:cNvSpPr/>
            <p:nvPr/>
          </p:nvSpPr>
          <p:spPr>
            <a:xfrm>
              <a:off x="529575" y="1540400"/>
              <a:ext cx="135900" cy="187200"/>
            </a:xfrm>
            <a:prstGeom prst="chevron">
              <a:avLst>
                <a:gd name="adj" fmla="val 50000"/>
              </a:avLst>
            </a:prstGeom>
            <a:solidFill>
              <a:srgbClr val="FF0000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" name="Google Shape;99;p3"/>
            <p:cNvSpPr/>
            <p:nvPr/>
          </p:nvSpPr>
          <p:spPr>
            <a:xfrm>
              <a:off x="507100" y="1559825"/>
              <a:ext cx="135900" cy="146700"/>
            </a:xfrm>
            <a:prstGeom prst="chevron">
              <a:avLst>
                <a:gd name="adj" fmla="val 50000"/>
              </a:avLst>
            </a:prstGeom>
            <a:solidFill>
              <a:srgbClr val="DB4437"/>
            </a:solidFill>
            <a:ln w="9525" cap="flat" cmpd="sng">
              <a:solidFill>
                <a:srgbClr val="DB4437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00" name="Google Shape;100;p3"/>
          <p:cNvSpPr txBox="1"/>
          <p:nvPr/>
        </p:nvSpPr>
        <p:spPr>
          <a:xfrm>
            <a:off x="290394" y="5399875"/>
            <a:ext cx="22590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Work Sans"/>
                <a:ea typeface="Work Sans"/>
                <a:cs typeface="Work Sans"/>
                <a:sym typeface="Work Sans"/>
              </a:rPr>
              <a:t>IMPACT  </a:t>
            </a:r>
            <a:endParaRPr sz="1500">
              <a:latin typeface="Work Sans"/>
              <a:ea typeface="Work Sans"/>
              <a:cs typeface="Work Sans"/>
              <a:sym typeface="Work Sans"/>
            </a:endParaRPr>
          </a:p>
        </p:txBody>
      </p:sp>
      <p:grpSp>
        <p:nvGrpSpPr>
          <p:cNvPr id="101" name="Google Shape;101;p3"/>
          <p:cNvGrpSpPr/>
          <p:nvPr/>
        </p:nvGrpSpPr>
        <p:grpSpPr>
          <a:xfrm>
            <a:off x="172024" y="5506200"/>
            <a:ext cx="137818" cy="187200"/>
            <a:chOff x="507100" y="1997600"/>
            <a:chExt cx="158375" cy="187200"/>
          </a:xfrm>
        </p:grpSpPr>
        <p:sp>
          <p:nvSpPr>
            <p:cNvPr id="102" name="Google Shape;102;p3"/>
            <p:cNvSpPr/>
            <p:nvPr/>
          </p:nvSpPr>
          <p:spPr>
            <a:xfrm>
              <a:off x="529575" y="1997600"/>
              <a:ext cx="135900" cy="187200"/>
            </a:xfrm>
            <a:prstGeom prst="chevron">
              <a:avLst>
                <a:gd name="adj" fmla="val 50000"/>
              </a:avLst>
            </a:prstGeom>
            <a:solidFill>
              <a:srgbClr val="F4B400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" name="Google Shape;103;p3"/>
            <p:cNvSpPr/>
            <p:nvPr/>
          </p:nvSpPr>
          <p:spPr>
            <a:xfrm>
              <a:off x="507100" y="2017025"/>
              <a:ext cx="135900" cy="146700"/>
            </a:xfrm>
            <a:prstGeom prst="chevron">
              <a:avLst>
                <a:gd name="adj" fmla="val 50000"/>
              </a:avLst>
            </a:prstGeom>
            <a:solidFill>
              <a:srgbClr val="F4B400"/>
            </a:solidFill>
            <a:ln w="9525" cap="flat" cmpd="sng">
              <a:solidFill>
                <a:srgbClr val="F4B4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04" name="Google Shape;104;p3"/>
          <p:cNvSpPr txBox="1"/>
          <p:nvPr/>
        </p:nvSpPr>
        <p:spPr>
          <a:xfrm>
            <a:off x="-2480800" y="9126503"/>
            <a:ext cx="3081600" cy="28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62500" lnSpcReduction="20000"/>
          </a:bodyPr>
          <a:lstStyle/>
          <a:p>
            <a:pPr marL="0" lvl="0" indent="0" algn="l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100" i="1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" name="Google Shape;105;p3"/>
          <p:cNvSpPr txBox="1"/>
          <p:nvPr/>
        </p:nvSpPr>
        <p:spPr>
          <a:xfrm>
            <a:off x="315596" y="7502355"/>
            <a:ext cx="62733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Work Sans"/>
                <a:ea typeface="Work Sans"/>
                <a:cs typeface="Work Sans"/>
                <a:sym typeface="Work Sans"/>
              </a:rPr>
              <a:t>INSIGHTS/NEXT STEPS</a:t>
            </a:r>
            <a:endParaRPr sz="1500">
              <a:latin typeface="Work Sans"/>
              <a:ea typeface="Work Sans"/>
              <a:cs typeface="Work Sans"/>
              <a:sym typeface="Work Sans"/>
            </a:endParaRPr>
          </a:p>
        </p:txBody>
      </p:sp>
      <p:grpSp>
        <p:nvGrpSpPr>
          <p:cNvPr id="106" name="Google Shape;106;p3"/>
          <p:cNvGrpSpPr/>
          <p:nvPr/>
        </p:nvGrpSpPr>
        <p:grpSpPr>
          <a:xfrm>
            <a:off x="172024" y="7607808"/>
            <a:ext cx="137818" cy="187200"/>
            <a:chOff x="507100" y="1997600"/>
            <a:chExt cx="158375" cy="187200"/>
          </a:xfrm>
        </p:grpSpPr>
        <p:sp>
          <p:nvSpPr>
            <p:cNvPr id="107" name="Google Shape;107;p3"/>
            <p:cNvSpPr/>
            <p:nvPr/>
          </p:nvSpPr>
          <p:spPr>
            <a:xfrm>
              <a:off x="529575" y="1997600"/>
              <a:ext cx="135900" cy="187200"/>
            </a:xfrm>
            <a:prstGeom prst="chevron">
              <a:avLst>
                <a:gd name="adj" fmla="val 50000"/>
              </a:avLst>
            </a:prstGeom>
            <a:solidFill>
              <a:srgbClr val="0F9D58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" name="Google Shape;108;p3"/>
            <p:cNvSpPr/>
            <p:nvPr/>
          </p:nvSpPr>
          <p:spPr>
            <a:xfrm>
              <a:off x="507100" y="2017025"/>
              <a:ext cx="135900" cy="146700"/>
            </a:xfrm>
            <a:prstGeom prst="chevron">
              <a:avLst>
                <a:gd name="adj" fmla="val 50000"/>
              </a:avLst>
            </a:prstGeom>
            <a:solidFill>
              <a:srgbClr val="0F9D58"/>
            </a:solidFill>
            <a:ln w="9525" cap="flat" cmpd="sng">
              <a:solidFill>
                <a:srgbClr val="0F9D5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09" name="Google Shape;109;p3"/>
          <p:cNvSpPr>
            <a:spLocks noGrp="1"/>
          </p:cNvSpPr>
          <p:nvPr>
            <p:ph type="pic" idx="3"/>
          </p:nvPr>
        </p:nvSpPr>
        <p:spPr>
          <a:xfrm>
            <a:off x="4054775" y="4659950"/>
            <a:ext cx="3035400" cy="2495700"/>
          </a:xfrm>
          <a:prstGeom prst="rect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10" name="Google Shape;110;p3"/>
          <p:cNvSpPr txBox="1"/>
          <p:nvPr/>
        </p:nvSpPr>
        <p:spPr>
          <a:xfrm>
            <a:off x="159875" y="60000"/>
            <a:ext cx="7458900" cy="507900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100" b="1">
              <a:latin typeface="Google Sans"/>
              <a:ea typeface="Google Sans"/>
              <a:cs typeface="Google Sans"/>
              <a:sym typeface="Google Sans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Layout 3">
  <p:cSld name="CUSTOM_2_1">
    <p:spTree>
      <p:nvGrpSpPr>
        <p:cNvPr id="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12" name="Google Shape;112;p4"/>
          <p:cNvCxnSpPr/>
          <p:nvPr/>
        </p:nvCxnSpPr>
        <p:spPr>
          <a:xfrm>
            <a:off x="417963" y="311025"/>
            <a:ext cx="28200" cy="8777100"/>
          </a:xfrm>
          <a:prstGeom prst="straightConnector1">
            <a:avLst/>
          </a:prstGeom>
          <a:noFill/>
          <a:ln w="9525" cap="flat" cmpd="sng">
            <a:solidFill>
              <a:srgbClr val="B7B7B7"/>
            </a:solidFill>
            <a:prstDash val="solid"/>
            <a:round/>
            <a:headEnd type="none" w="med" len="med"/>
            <a:tailEnd type="none" w="med" len="med"/>
          </a:ln>
        </p:spPr>
      </p:cxnSp>
      <p:grpSp>
        <p:nvGrpSpPr>
          <p:cNvPr id="113" name="Google Shape;113;p4"/>
          <p:cNvGrpSpPr/>
          <p:nvPr/>
        </p:nvGrpSpPr>
        <p:grpSpPr>
          <a:xfrm>
            <a:off x="404725" y="1300475"/>
            <a:ext cx="6908400" cy="72025"/>
            <a:chOff x="404725" y="1681475"/>
            <a:chExt cx="6908400" cy="72025"/>
          </a:xfrm>
        </p:grpSpPr>
        <p:cxnSp>
          <p:nvCxnSpPr>
            <p:cNvPr id="114" name="Google Shape;114;p4"/>
            <p:cNvCxnSpPr/>
            <p:nvPr/>
          </p:nvCxnSpPr>
          <p:spPr>
            <a:xfrm rot="10800000" flipH="1">
              <a:off x="404725" y="1681475"/>
              <a:ext cx="6908400" cy="16800"/>
            </a:xfrm>
            <a:prstGeom prst="straightConnector1">
              <a:avLst/>
            </a:prstGeom>
            <a:noFill/>
            <a:ln w="38100" cap="flat" cmpd="sng">
              <a:solidFill>
                <a:srgbClr val="666666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15" name="Google Shape;115;p4"/>
            <p:cNvCxnSpPr/>
            <p:nvPr/>
          </p:nvCxnSpPr>
          <p:spPr>
            <a:xfrm rot="10800000" flipH="1">
              <a:off x="404725" y="1736700"/>
              <a:ext cx="6908400" cy="16800"/>
            </a:xfrm>
            <a:prstGeom prst="straightConnector1">
              <a:avLst/>
            </a:prstGeom>
            <a:noFill/>
            <a:ln w="38100" cap="flat" cmpd="sng">
              <a:solidFill>
                <a:srgbClr val="666666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cxnSp>
        <p:nvCxnSpPr>
          <p:cNvPr id="116" name="Google Shape;116;p4"/>
          <p:cNvCxnSpPr/>
          <p:nvPr/>
        </p:nvCxnSpPr>
        <p:spPr>
          <a:xfrm>
            <a:off x="7326238" y="6225"/>
            <a:ext cx="28200" cy="8777100"/>
          </a:xfrm>
          <a:prstGeom prst="straightConnector1">
            <a:avLst/>
          </a:prstGeom>
          <a:noFill/>
          <a:ln w="9525" cap="flat" cmpd="sng">
            <a:solidFill>
              <a:srgbClr val="B7B7B7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17" name="Google Shape;117;p4"/>
          <p:cNvCxnSpPr/>
          <p:nvPr/>
        </p:nvCxnSpPr>
        <p:spPr>
          <a:xfrm rot="10800000">
            <a:off x="438150" y="3276600"/>
            <a:ext cx="6896100" cy="0"/>
          </a:xfrm>
          <a:prstGeom prst="straightConnector1">
            <a:avLst/>
          </a:prstGeom>
          <a:noFill/>
          <a:ln w="9525" cap="flat" cmpd="sng">
            <a:solidFill>
              <a:srgbClr val="CCCCCC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18" name="Google Shape;118;p4"/>
          <p:cNvCxnSpPr/>
          <p:nvPr/>
        </p:nvCxnSpPr>
        <p:spPr>
          <a:xfrm>
            <a:off x="3861475" y="3505200"/>
            <a:ext cx="0" cy="5611800"/>
          </a:xfrm>
          <a:prstGeom prst="straightConnector1">
            <a:avLst/>
          </a:prstGeom>
          <a:noFill/>
          <a:ln w="9525" cap="flat" cmpd="sng">
            <a:solidFill>
              <a:srgbClr val="B7B7B7"/>
            </a:solidFill>
            <a:prstDash val="solid"/>
            <a:round/>
            <a:headEnd type="none" w="med" len="med"/>
            <a:tailEnd type="none" w="med" len="med"/>
          </a:ln>
        </p:spPr>
      </p:cxnSp>
      <p:grpSp>
        <p:nvGrpSpPr>
          <p:cNvPr id="119" name="Google Shape;119;p4"/>
          <p:cNvGrpSpPr/>
          <p:nvPr/>
        </p:nvGrpSpPr>
        <p:grpSpPr>
          <a:xfrm>
            <a:off x="417975" y="1504250"/>
            <a:ext cx="2357775" cy="410125"/>
            <a:chOff x="417975" y="1885250"/>
            <a:chExt cx="2357775" cy="410125"/>
          </a:xfrm>
        </p:grpSpPr>
        <p:sp>
          <p:nvSpPr>
            <p:cNvPr id="120" name="Google Shape;120;p4"/>
            <p:cNvSpPr/>
            <p:nvPr/>
          </p:nvSpPr>
          <p:spPr>
            <a:xfrm>
              <a:off x="417975" y="1885250"/>
              <a:ext cx="2020800" cy="410100"/>
            </a:xfrm>
            <a:prstGeom prst="rect">
              <a:avLst/>
            </a:prstGeom>
            <a:solidFill>
              <a:srgbClr val="595959"/>
            </a:solidFill>
            <a:ln w="9525" cap="flat" cmpd="sng">
              <a:solidFill>
                <a:srgbClr val="0000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" name="Google Shape;121;p4"/>
            <p:cNvSpPr/>
            <p:nvPr/>
          </p:nvSpPr>
          <p:spPr>
            <a:xfrm rot="10800000">
              <a:off x="2236350" y="1885875"/>
              <a:ext cx="539400" cy="409500"/>
            </a:xfrm>
            <a:prstGeom prst="chevron">
              <a:avLst>
                <a:gd name="adj" fmla="val 50000"/>
              </a:avLst>
            </a:prstGeom>
            <a:solidFill>
              <a:srgbClr val="595959"/>
            </a:solidFill>
            <a:ln w="9525" cap="flat" cmpd="sng">
              <a:solidFill>
                <a:srgbClr val="0000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" name="Google Shape;122;p4"/>
            <p:cNvSpPr/>
            <p:nvPr/>
          </p:nvSpPr>
          <p:spPr>
            <a:xfrm>
              <a:off x="446175" y="1905300"/>
              <a:ext cx="1946700" cy="364200"/>
            </a:xfrm>
            <a:prstGeom prst="rect">
              <a:avLst/>
            </a:prstGeom>
            <a:solidFill>
              <a:srgbClr val="B7B7B7"/>
            </a:solidFill>
            <a:ln w="9525" cap="flat" cmpd="sng">
              <a:solidFill>
                <a:srgbClr val="0000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" name="Google Shape;123;p4"/>
            <p:cNvSpPr/>
            <p:nvPr/>
          </p:nvSpPr>
          <p:spPr>
            <a:xfrm rot="10800000">
              <a:off x="2198100" y="1906000"/>
              <a:ext cx="519600" cy="363600"/>
            </a:xfrm>
            <a:prstGeom prst="chevron">
              <a:avLst>
                <a:gd name="adj" fmla="val 50000"/>
              </a:avLst>
            </a:prstGeom>
            <a:solidFill>
              <a:srgbClr val="B7B7B7"/>
            </a:solidFill>
            <a:ln w="9525" cap="flat" cmpd="sng">
              <a:solidFill>
                <a:srgbClr val="0000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24" name="Google Shape;124;p4"/>
          <p:cNvGrpSpPr/>
          <p:nvPr/>
        </p:nvGrpSpPr>
        <p:grpSpPr>
          <a:xfrm>
            <a:off x="417975" y="3276600"/>
            <a:ext cx="2357775" cy="410125"/>
            <a:chOff x="265575" y="3352800"/>
            <a:chExt cx="2357775" cy="410125"/>
          </a:xfrm>
        </p:grpSpPr>
        <p:sp>
          <p:nvSpPr>
            <p:cNvPr id="125" name="Google Shape;125;p4"/>
            <p:cNvSpPr/>
            <p:nvPr/>
          </p:nvSpPr>
          <p:spPr>
            <a:xfrm>
              <a:off x="265575" y="3352800"/>
              <a:ext cx="2020800" cy="410100"/>
            </a:xfrm>
            <a:prstGeom prst="rect">
              <a:avLst/>
            </a:prstGeom>
            <a:solidFill>
              <a:srgbClr val="595959"/>
            </a:solidFill>
            <a:ln w="9525" cap="flat" cmpd="sng">
              <a:solidFill>
                <a:srgbClr val="FF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" name="Google Shape;126;p4"/>
            <p:cNvSpPr/>
            <p:nvPr/>
          </p:nvSpPr>
          <p:spPr>
            <a:xfrm rot="10800000">
              <a:off x="2083950" y="3353425"/>
              <a:ext cx="539400" cy="409500"/>
            </a:xfrm>
            <a:prstGeom prst="chevron">
              <a:avLst>
                <a:gd name="adj" fmla="val 50000"/>
              </a:avLst>
            </a:prstGeom>
            <a:solidFill>
              <a:srgbClr val="595959"/>
            </a:solidFill>
            <a:ln w="9525" cap="flat" cmpd="sng">
              <a:solidFill>
                <a:srgbClr val="FF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" name="Google Shape;127;p4"/>
            <p:cNvSpPr/>
            <p:nvPr/>
          </p:nvSpPr>
          <p:spPr>
            <a:xfrm>
              <a:off x="293775" y="3372850"/>
              <a:ext cx="1946700" cy="364200"/>
            </a:xfrm>
            <a:prstGeom prst="rect">
              <a:avLst/>
            </a:prstGeom>
            <a:solidFill>
              <a:srgbClr val="B7B7B7"/>
            </a:solidFill>
            <a:ln w="9525" cap="flat" cmpd="sng">
              <a:solidFill>
                <a:srgbClr val="FF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" name="Google Shape;128;p4"/>
            <p:cNvSpPr/>
            <p:nvPr/>
          </p:nvSpPr>
          <p:spPr>
            <a:xfrm rot="10800000">
              <a:off x="2045700" y="3373550"/>
              <a:ext cx="519600" cy="363600"/>
            </a:xfrm>
            <a:prstGeom prst="chevron">
              <a:avLst>
                <a:gd name="adj" fmla="val 50000"/>
              </a:avLst>
            </a:prstGeom>
            <a:solidFill>
              <a:srgbClr val="B7B7B7"/>
            </a:solidFill>
            <a:ln w="9525" cap="flat" cmpd="sng">
              <a:solidFill>
                <a:srgbClr val="FF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29" name="Google Shape;129;p4"/>
          <p:cNvGrpSpPr/>
          <p:nvPr/>
        </p:nvGrpSpPr>
        <p:grpSpPr>
          <a:xfrm>
            <a:off x="3872044" y="3276600"/>
            <a:ext cx="2747987" cy="410125"/>
            <a:chOff x="3567313" y="3200400"/>
            <a:chExt cx="2357775" cy="410125"/>
          </a:xfrm>
        </p:grpSpPr>
        <p:sp>
          <p:nvSpPr>
            <p:cNvPr id="130" name="Google Shape;130;p4"/>
            <p:cNvSpPr/>
            <p:nvPr/>
          </p:nvSpPr>
          <p:spPr>
            <a:xfrm>
              <a:off x="3567313" y="3200400"/>
              <a:ext cx="2020800" cy="410100"/>
            </a:xfrm>
            <a:prstGeom prst="rect">
              <a:avLst/>
            </a:prstGeom>
            <a:solidFill>
              <a:srgbClr val="595959"/>
            </a:solidFill>
            <a:ln w="9525" cap="flat" cmpd="sng">
              <a:solidFill>
                <a:srgbClr val="FFFF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" name="Google Shape;131;p4"/>
            <p:cNvSpPr/>
            <p:nvPr/>
          </p:nvSpPr>
          <p:spPr>
            <a:xfrm rot="10800000">
              <a:off x="5385688" y="3201025"/>
              <a:ext cx="539400" cy="409500"/>
            </a:xfrm>
            <a:prstGeom prst="chevron">
              <a:avLst>
                <a:gd name="adj" fmla="val 50000"/>
              </a:avLst>
            </a:prstGeom>
            <a:solidFill>
              <a:srgbClr val="595959"/>
            </a:solidFill>
            <a:ln w="9525" cap="flat" cmpd="sng">
              <a:solidFill>
                <a:srgbClr val="FFFF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" name="Google Shape;132;p4"/>
            <p:cNvSpPr/>
            <p:nvPr/>
          </p:nvSpPr>
          <p:spPr>
            <a:xfrm>
              <a:off x="3595513" y="3220450"/>
              <a:ext cx="1946700" cy="364200"/>
            </a:xfrm>
            <a:prstGeom prst="rect">
              <a:avLst/>
            </a:prstGeom>
            <a:solidFill>
              <a:srgbClr val="B7B7B7"/>
            </a:solidFill>
            <a:ln w="9525" cap="flat" cmpd="sng">
              <a:solidFill>
                <a:srgbClr val="FFFF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" name="Google Shape;133;p4"/>
            <p:cNvSpPr/>
            <p:nvPr/>
          </p:nvSpPr>
          <p:spPr>
            <a:xfrm rot="10800000">
              <a:off x="5393639" y="3221150"/>
              <a:ext cx="473400" cy="363600"/>
            </a:xfrm>
            <a:prstGeom prst="chevron">
              <a:avLst>
                <a:gd name="adj" fmla="val 50000"/>
              </a:avLst>
            </a:prstGeom>
            <a:solidFill>
              <a:srgbClr val="B7B7B7"/>
            </a:solidFill>
            <a:ln w="9525" cap="flat" cmpd="sng">
              <a:solidFill>
                <a:srgbClr val="FFFF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34" name="Google Shape;134;p4"/>
          <p:cNvGrpSpPr/>
          <p:nvPr/>
        </p:nvGrpSpPr>
        <p:grpSpPr>
          <a:xfrm>
            <a:off x="417963" y="6597750"/>
            <a:ext cx="2357775" cy="410125"/>
            <a:chOff x="-39237" y="6140550"/>
            <a:chExt cx="2357775" cy="410125"/>
          </a:xfrm>
        </p:grpSpPr>
        <p:sp>
          <p:nvSpPr>
            <p:cNvPr id="135" name="Google Shape;135;p4"/>
            <p:cNvSpPr/>
            <p:nvPr/>
          </p:nvSpPr>
          <p:spPr>
            <a:xfrm>
              <a:off x="-39237" y="6140550"/>
              <a:ext cx="2020800" cy="410100"/>
            </a:xfrm>
            <a:prstGeom prst="rect">
              <a:avLst/>
            </a:prstGeom>
            <a:solidFill>
              <a:srgbClr val="595959"/>
            </a:solidFill>
            <a:ln w="9525" cap="flat" cmpd="sng">
              <a:solidFill>
                <a:srgbClr val="38761D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" name="Google Shape;136;p4"/>
            <p:cNvSpPr/>
            <p:nvPr/>
          </p:nvSpPr>
          <p:spPr>
            <a:xfrm rot="10800000">
              <a:off x="1779138" y="6141175"/>
              <a:ext cx="539400" cy="409500"/>
            </a:xfrm>
            <a:prstGeom prst="chevron">
              <a:avLst>
                <a:gd name="adj" fmla="val 50000"/>
              </a:avLst>
            </a:prstGeom>
            <a:solidFill>
              <a:srgbClr val="595959"/>
            </a:solidFill>
            <a:ln w="9525" cap="flat" cmpd="sng">
              <a:solidFill>
                <a:srgbClr val="38761D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" name="Google Shape;137;p4"/>
            <p:cNvSpPr/>
            <p:nvPr/>
          </p:nvSpPr>
          <p:spPr>
            <a:xfrm>
              <a:off x="-11037" y="6160600"/>
              <a:ext cx="1946700" cy="364200"/>
            </a:xfrm>
            <a:prstGeom prst="rect">
              <a:avLst/>
            </a:prstGeom>
            <a:solidFill>
              <a:srgbClr val="B7B7B7"/>
            </a:solidFill>
            <a:ln w="9525" cap="flat" cmpd="sng">
              <a:solidFill>
                <a:srgbClr val="38761D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" name="Google Shape;138;p4"/>
            <p:cNvSpPr/>
            <p:nvPr/>
          </p:nvSpPr>
          <p:spPr>
            <a:xfrm rot="10800000">
              <a:off x="1740888" y="6161300"/>
              <a:ext cx="519600" cy="363600"/>
            </a:xfrm>
            <a:prstGeom prst="chevron">
              <a:avLst>
                <a:gd name="adj" fmla="val 50000"/>
              </a:avLst>
            </a:prstGeom>
            <a:solidFill>
              <a:srgbClr val="B7B7B7"/>
            </a:solidFill>
            <a:ln w="9525" cap="flat" cmpd="sng">
              <a:solidFill>
                <a:srgbClr val="38761D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39" name="Google Shape;139;p4"/>
          <p:cNvSpPr txBox="1"/>
          <p:nvPr/>
        </p:nvSpPr>
        <p:spPr>
          <a:xfrm>
            <a:off x="402100" y="1527525"/>
            <a:ext cx="19473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>
                <a:latin typeface="Google Sans"/>
                <a:ea typeface="Google Sans"/>
                <a:cs typeface="Google Sans"/>
                <a:sym typeface="Google Sans"/>
              </a:rPr>
              <a:t>OVERVIEW</a:t>
            </a:r>
            <a:endParaRPr b="1"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140" name="Google Shape;140;p4"/>
          <p:cNvSpPr txBox="1"/>
          <p:nvPr/>
        </p:nvSpPr>
        <p:spPr>
          <a:xfrm>
            <a:off x="476200" y="3276599"/>
            <a:ext cx="17991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>
                <a:latin typeface="Google Sans"/>
                <a:ea typeface="Google Sans"/>
                <a:cs typeface="Google Sans"/>
                <a:sym typeface="Google Sans"/>
              </a:rPr>
              <a:t>PROJECT STATUS </a:t>
            </a:r>
            <a:endParaRPr b="1"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141" name="Google Shape;141;p4"/>
          <p:cNvSpPr txBox="1"/>
          <p:nvPr/>
        </p:nvSpPr>
        <p:spPr>
          <a:xfrm>
            <a:off x="623225" y="6602713"/>
            <a:ext cx="19473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>
                <a:latin typeface="Google Sans"/>
                <a:ea typeface="Google Sans"/>
                <a:cs typeface="Google Sans"/>
                <a:sym typeface="Google Sans"/>
              </a:rPr>
              <a:t>NEXT STEPS </a:t>
            </a:r>
            <a:endParaRPr b="1"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142" name="Google Shape;142;p4"/>
          <p:cNvSpPr txBox="1"/>
          <p:nvPr/>
        </p:nvSpPr>
        <p:spPr>
          <a:xfrm>
            <a:off x="3848750" y="3276600"/>
            <a:ext cx="16734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>
                <a:latin typeface="Google Sans"/>
                <a:ea typeface="Google Sans"/>
                <a:cs typeface="Google Sans"/>
                <a:sym typeface="Google Sans"/>
              </a:rPr>
              <a:t>KEY INSIGHTS </a:t>
            </a:r>
            <a:endParaRPr b="1"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143" name="Google Shape;143;p4"/>
          <p:cNvSpPr txBox="1"/>
          <p:nvPr/>
        </p:nvSpPr>
        <p:spPr>
          <a:xfrm>
            <a:off x="413425" y="1939675"/>
            <a:ext cx="6896100" cy="102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endParaRPr sz="1200">
              <a:solidFill>
                <a:srgbClr val="595959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144" name="Google Shape;144;p4"/>
          <p:cNvSpPr txBox="1"/>
          <p:nvPr/>
        </p:nvSpPr>
        <p:spPr>
          <a:xfrm>
            <a:off x="438138" y="3915350"/>
            <a:ext cx="3108300" cy="237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7150" tIns="91425" rIns="91425" bIns="91425" anchor="t" anchorCtr="0">
            <a:norm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endParaRPr sz="1200">
              <a:solidFill>
                <a:srgbClr val="595959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145" name="Google Shape;145;p4"/>
          <p:cNvSpPr txBox="1"/>
          <p:nvPr/>
        </p:nvSpPr>
        <p:spPr>
          <a:xfrm>
            <a:off x="438150" y="7050750"/>
            <a:ext cx="3108300" cy="225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7150" tIns="91425" rIns="91425" bIns="91425" anchor="t" anchorCtr="0">
            <a:norm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endParaRPr sz="1200">
              <a:solidFill>
                <a:srgbClr val="595959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146" name="Google Shape;146;p4"/>
          <p:cNvSpPr txBox="1"/>
          <p:nvPr/>
        </p:nvSpPr>
        <p:spPr>
          <a:xfrm>
            <a:off x="3905525" y="4039263"/>
            <a:ext cx="3219000" cy="260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7150" tIns="91425" rIns="91425" bIns="91425" anchor="t" anchorCtr="0">
            <a:norm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endParaRPr sz="1200">
              <a:solidFill>
                <a:srgbClr val="595959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147" name="Google Shape;147;p4"/>
          <p:cNvSpPr txBox="1"/>
          <p:nvPr/>
        </p:nvSpPr>
        <p:spPr>
          <a:xfrm>
            <a:off x="4183575" y="9228125"/>
            <a:ext cx="3086700" cy="28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25000" lnSpcReduction="20000"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endParaRPr sz="1100" i="1">
              <a:solidFill>
                <a:srgbClr val="595959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148" name="Google Shape;148;p4"/>
          <p:cNvSpPr txBox="1"/>
          <p:nvPr/>
        </p:nvSpPr>
        <p:spPr>
          <a:xfrm>
            <a:off x="159875" y="441000"/>
            <a:ext cx="7458900" cy="507900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100" b="1">
                <a:latin typeface="Google Sans"/>
                <a:ea typeface="Google Sans"/>
                <a:cs typeface="Google Sans"/>
                <a:sym typeface="Google Sans"/>
              </a:rPr>
              <a:t>Click here to edit title</a:t>
            </a:r>
            <a:endParaRPr sz="2100" b="1"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149" name="Google Shape;149;p4"/>
          <p:cNvSpPr txBox="1"/>
          <p:nvPr/>
        </p:nvSpPr>
        <p:spPr>
          <a:xfrm>
            <a:off x="1763100" y="948050"/>
            <a:ext cx="42462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en" sz="1200">
                <a:latin typeface="PT Sans Narrow"/>
                <a:ea typeface="PT Sans Narrow"/>
                <a:cs typeface="PT Sans Narrow"/>
                <a:sym typeface="PT Sans Narrow"/>
              </a:rPr>
              <a:t>Click here to edit subtitle</a:t>
            </a:r>
            <a:endParaRPr sz="1200">
              <a:solidFill>
                <a:srgbClr val="000000"/>
              </a:solidFill>
              <a:latin typeface="PT Sans Narrow"/>
              <a:ea typeface="PT Sans Narrow"/>
              <a:cs typeface="PT Sans Narrow"/>
              <a:sym typeface="PT Sans Narrow"/>
            </a:endParaRPr>
          </a:p>
        </p:txBody>
      </p:sp>
      <p:sp>
        <p:nvSpPr>
          <p:cNvPr id="150" name="Google Shape;150;p4"/>
          <p:cNvSpPr>
            <a:spLocks noGrp="1"/>
          </p:cNvSpPr>
          <p:nvPr>
            <p:ph type="pic" idx="2"/>
          </p:nvPr>
        </p:nvSpPr>
        <p:spPr>
          <a:xfrm>
            <a:off x="4076163" y="6199700"/>
            <a:ext cx="3035400" cy="2495700"/>
          </a:xfrm>
          <a:prstGeom prst="rect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51" name="Google Shape;151;p4"/>
          <p:cNvSpPr txBox="1"/>
          <p:nvPr/>
        </p:nvSpPr>
        <p:spPr>
          <a:xfrm>
            <a:off x="4007763" y="8695400"/>
            <a:ext cx="3172200" cy="28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62500" lnSpcReduction="20000"/>
          </a:bodyPr>
          <a:lstStyle/>
          <a:p>
            <a:pPr marL="0" lvl="0" indent="0" algn="l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 i="1">
                <a:latin typeface="Lato"/>
                <a:ea typeface="Lato"/>
                <a:cs typeface="Lato"/>
                <a:sym typeface="Lato"/>
              </a:rPr>
              <a:t>Image Alt-Text Here</a:t>
            </a:r>
            <a:endParaRPr sz="1100" i="1">
              <a:solidFill>
                <a:srgbClr val="000000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pos="255">
          <p15:clr>
            <a:srgbClr val="FA7B17"/>
          </p15:clr>
        </p15:guide>
        <p15:guide id="2" orient="horz" pos="2922">
          <p15:clr>
            <a:srgbClr val="FA7B17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Layout 4">
  <p:cSld name="CUSTOM">
    <p:spTree>
      <p:nvGrpSpPr>
        <p:cNvPr id="1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5"/>
          <p:cNvSpPr/>
          <p:nvPr/>
        </p:nvSpPr>
        <p:spPr>
          <a:xfrm flipH="1">
            <a:off x="2748900" y="9168075"/>
            <a:ext cx="5023500" cy="890400"/>
          </a:xfrm>
          <a:prstGeom prst="rtTriangle">
            <a:avLst/>
          </a:prstGeom>
          <a:solidFill>
            <a:srgbClr val="4285F4"/>
          </a:solidFill>
          <a:ln w="9525" cap="flat" cmpd="sng">
            <a:solidFill>
              <a:srgbClr val="4285F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595959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154" name="Google Shape;154;p5"/>
          <p:cNvSpPr/>
          <p:nvPr/>
        </p:nvSpPr>
        <p:spPr>
          <a:xfrm>
            <a:off x="0" y="9168075"/>
            <a:ext cx="4138800" cy="890400"/>
          </a:xfrm>
          <a:prstGeom prst="rtTriangle">
            <a:avLst/>
          </a:prstGeom>
          <a:solidFill>
            <a:srgbClr val="DB4437"/>
          </a:solidFill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595959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grpSp>
        <p:nvGrpSpPr>
          <p:cNvPr id="155" name="Google Shape;155;p5"/>
          <p:cNvGrpSpPr/>
          <p:nvPr/>
        </p:nvGrpSpPr>
        <p:grpSpPr>
          <a:xfrm>
            <a:off x="95351" y="1392509"/>
            <a:ext cx="7581691" cy="5901"/>
            <a:chOff x="1890075" y="5241175"/>
            <a:chExt cx="4240556" cy="257700"/>
          </a:xfrm>
        </p:grpSpPr>
        <p:sp>
          <p:nvSpPr>
            <p:cNvPr id="156" name="Google Shape;156;p5"/>
            <p:cNvSpPr/>
            <p:nvPr/>
          </p:nvSpPr>
          <p:spPr>
            <a:xfrm rot="-5400000">
              <a:off x="2291325" y="4839925"/>
              <a:ext cx="257700" cy="1060200"/>
            </a:xfrm>
            <a:prstGeom prst="rect">
              <a:avLst/>
            </a:prstGeom>
            <a:solidFill>
              <a:srgbClr val="4285F4"/>
            </a:solidFill>
            <a:ln w="9525" cap="flat" cmpd="sng">
              <a:solidFill>
                <a:srgbClr val="4285F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595959"/>
                </a:solidFill>
              </a:endParaRPr>
            </a:p>
          </p:txBody>
        </p:sp>
        <p:sp>
          <p:nvSpPr>
            <p:cNvPr id="157" name="Google Shape;157;p5"/>
            <p:cNvSpPr/>
            <p:nvPr/>
          </p:nvSpPr>
          <p:spPr>
            <a:xfrm rot="-5400000">
              <a:off x="3351444" y="4839925"/>
              <a:ext cx="257700" cy="1060200"/>
            </a:xfrm>
            <a:prstGeom prst="rect">
              <a:avLst/>
            </a:prstGeom>
            <a:solidFill>
              <a:srgbClr val="DB4437"/>
            </a:solidFill>
            <a:ln w="9525" cap="flat" cmpd="sng">
              <a:solidFill>
                <a:srgbClr val="DB4437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595959"/>
                </a:solidFill>
              </a:endParaRPr>
            </a:p>
          </p:txBody>
        </p:sp>
        <p:sp>
          <p:nvSpPr>
            <p:cNvPr id="158" name="Google Shape;158;p5"/>
            <p:cNvSpPr/>
            <p:nvPr/>
          </p:nvSpPr>
          <p:spPr>
            <a:xfrm rot="-5400000">
              <a:off x="4411563" y="4839925"/>
              <a:ext cx="257700" cy="1060200"/>
            </a:xfrm>
            <a:prstGeom prst="rect">
              <a:avLst/>
            </a:prstGeom>
            <a:solidFill>
              <a:srgbClr val="F4B400"/>
            </a:solidFill>
            <a:ln w="9525" cap="flat" cmpd="sng">
              <a:solidFill>
                <a:srgbClr val="F4B4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595959"/>
                </a:solidFill>
              </a:endParaRPr>
            </a:p>
          </p:txBody>
        </p:sp>
        <p:sp>
          <p:nvSpPr>
            <p:cNvPr id="159" name="Google Shape;159;p5"/>
            <p:cNvSpPr/>
            <p:nvPr/>
          </p:nvSpPr>
          <p:spPr>
            <a:xfrm rot="-5400000">
              <a:off x="5471681" y="4839925"/>
              <a:ext cx="257700" cy="1060200"/>
            </a:xfrm>
            <a:prstGeom prst="rect">
              <a:avLst/>
            </a:prstGeom>
            <a:solidFill>
              <a:srgbClr val="0F9D58"/>
            </a:solidFill>
            <a:ln w="9525" cap="flat" cmpd="sng">
              <a:solidFill>
                <a:srgbClr val="0F9D5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595959"/>
                </a:solidFill>
              </a:endParaRPr>
            </a:p>
          </p:txBody>
        </p:sp>
      </p:grpSp>
      <p:grpSp>
        <p:nvGrpSpPr>
          <p:cNvPr id="160" name="Google Shape;160;p5"/>
          <p:cNvGrpSpPr/>
          <p:nvPr/>
        </p:nvGrpSpPr>
        <p:grpSpPr>
          <a:xfrm>
            <a:off x="95351" y="4542984"/>
            <a:ext cx="7581691" cy="5901"/>
            <a:chOff x="1890075" y="5241175"/>
            <a:chExt cx="4240556" cy="257700"/>
          </a:xfrm>
        </p:grpSpPr>
        <p:sp>
          <p:nvSpPr>
            <p:cNvPr id="161" name="Google Shape;161;p5"/>
            <p:cNvSpPr/>
            <p:nvPr/>
          </p:nvSpPr>
          <p:spPr>
            <a:xfrm rot="-5400000">
              <a:off x="2291325" y="4839925"/>
              <a:ext cx="257700" cy="1060200"/>
            </a:xfrm>
            <a:prstGeom prst="rect">
              <a:avLst/>
            </a:prstGeom>
            <a:solidFill>
              <a:srgbClr val="4285F4"/>
            </a:solidFill>
            <a:ln w="9525" cap="flat" cmpd="sng">
              <a:solidFill>
                <a:srgbClr val="4285F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595959"/>
                </a:solidFill>
              </a:endParaRPr>
            </a:p>
          </p:txBody>
        </p:sp>
        <p:sp>
          <p:nvSpPr>
            <p:cNvPr id="162" name="Google Shape;162;p5"/>
            <p:cNvSpPr/>
            <p:nvPr/>
          </p:nvSpPr>
          <p:spPr>
            <a:xfrm rot="-5400000">
              <a:off x="3351444" y="4839925"/>
              <a:ext cx="257700" cy="1060200"/>
            </a:xfrm>
            <a:prstGeom prst="rect">
              <a:avLst/>
            </a:prstGeom>
            <a:solidFill>
              <a:srgbClr val="DB4437"/>
            </a:solidFill>
            <a:ln w="9525" cap="flat" cmpd="sng">
              <a:solidFill>
                <a:srgbClr val="DB4437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595959"/>
                </a:solidFill>
              </a:endParaRPr>
            </a:p>
          </p:txBody>
        </p:sp>
        <p:sp>
          <p:nvSpPr>
            <p:cNvPr id="163" name="Google Shape;163;p5"/>
            <p:cNvSpPr/>
            <p:nvPr/>
          </p:nvSpPr>
          <p:spPr>
            <a:xfrm rot="-5400000">
              <a:off x="4411563" y="4839925"/>
              <a:ext cx="257700" cy="1060200"/>
            </a:xfrm>
            <a:prstGeom prst="rect">
              <a:avLst/>
            </a:prstGeom>
            <a:solidFill>
              <a:srgbClr val="F4B400"/>
            </a:solidFill>
            <a:ln w="9525" cap="flat" cmpd="sng">
              <a:solidFill>
                <a:srgbClr val="F4B4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595959"/>
                </a:solidFill>
              </a:endParaRPr>
            </a:p>
          </p:txBody>
        </p:sp>
        <p:sp>
          <p:nvSpPr>
            <p:cNvPr id="164" name="Google Shape;164;p5"/>
            <p:cNvSpPr/>
            <p:nvPr/>
          </p:nvSpPr>
          <p:spPr>
            <a:xfrm rot="-5400000">
              <a:off x="5471681" y="4839925"/>
              <a:ext cx="257700" cy="1060200"/>
            </a:xfrm>
            <a:prstGeom prst="rect">
              <a:avLst/>
            </a:prstGeom>
            <a:solidFill>
              <a:srgbClr val="0F9D58"/>
            </a:solidFill>
            <a:ln w="9525" cap="flat" cmpd="sng">
              <a:solidFill>
                <a:srgbClr val="0F9D5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595959"/>
                </a:solidFill>
              </a:endParaRPr>
            </a:p>
          </p:txBody>
        </p:sp>
      </p:grpSp>
      <p:sp>
        <p:nvSpPr>
          <p:cNvPr id="165" name="Google Shape;165;p5"/>
          <p:cNvSpPr/>
          <p:nvPr/>
        </p:nvSpPr>
        <p:spPr>
          <a:xfrm>
            <a:off x="432000" y="1624350"/>
            <a:ext cx="1598400" cy="269100"/>
          </a:xfrm>
          <a:prstGeom prst="rect">
            <a:avLst/>
          </a:prstGeom>
          <a:solidFill>
            <a:srgbClr val="4285F4"/>
          </a:solidFill>
          <a:ln w="9525" cap="flat" cmpd="sng">
            <a:solidFill>
              <a:srgbClr val="4285F4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EEEEEE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Overview </a:t>
            </a:r>
            <a:endParaRPr b="1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166" name="Google Shape;166;p5"/>
          <p:cNvSpPr/>
          <p:nvPr/>
        </p:nvSpPr>
        <p:spPr>
          <a:xfrm>
            <a:off x="432000" y="2620004"/>
            <a:ext cx="1598400" cy="285000"/>
          </a:xfrm>
          <a:prstGeom prst="rect">
            <a:avLst/>
          </a:prstGeom>
          <a:solidFill>
            <a:srgbClr val="DB4437"/>
          </a:solidFill>
          <a:ln w="9525" cap="flat" cmpd="sng">
            <a:solidFill>
              <a:srgbClr val="DB443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Problem</a:t>
            </a:r>
            <a:endParaRPr b="1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167" name="Google Shape;167;p5"/>
          <p:cNvSpPr/>
          <p:nvPr/>
        </p:nvSpPr>
        <p:spPr>
          <a:xfrm>
            <a:off x="432000" y="3615673"/>
            <a:ext cx="1598400" cy="269100"/>
          </a:xfrm>
          <a:prstGeom prst="rect">
            <a:avLst/>
          </a:prstGeom>
          <a:solidFill>
            <a:srgbClr val="F4B400"/>
          </a:solidFill>
          <a:ln w="9525" cap="flat" cmpd="sng">
            <a:solidFill>
              <a:srgbClr val="F4B4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Solution</a:t>
            </a:r>
            <a:endParaRPr b="1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168" name="Google Shape;168;p5"/>
          <p:cNvSpPr/>
          <p:nvPr/>
        </p:nvSpPr>
        <p:spPr>
          <a:xfrm>
            <a:off x="432000" y="4676196"/>
            <a:ext cx="1598400" cy="285000"/>
          </a:xfrm>
          <a:prstGeom prst="rect">
            <a:avLst/>
          </a:prstGeom>
          <a:solidFill>
            <a:srgbClr val="0F9D58"/>
          </a:solidFill>
          <a:ln w="9525" cap="flat" cmpd="sng">
            <a:solidFill>
              <a:srgbClr val="0F9D5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Details </a:t>
            </a:r>
            <a:endParaRPr b="1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169" name="Google Shape;169;p5"/>
          <p:cNvSpPr/>
          <p:nvPr/>
        </p:nvSpPr>
        <p:spPr>
          <a:xfrm>
            <a:off x="432000" y="8296570"/>
            <a:ext cx="1598400" cy="269100"/>
          </a:xfrm>
          <a:prstGeom prst="rect">
            <a:avLst/>
          </a:prstGeom>
          <a:solidFill>
            <a:srgbClr val="4285F4"/>
          </a:solidFill>
          <a:ln w="9525" cap="flat" cmpd="sng">
            <a:solidFill>
              <a:srgbClr val="4285F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Next Steps </a:t>
            </a:r>
            <a:endParaRPr b="1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grpSp>
        <p:nvGrpSpPr>
          <p:cNvPr id="170" name="Google Shape;170;p5"/>
          <p:cNvGrpSpPr/>
          <p:nvPr/>
        </p:nvGrpSpPr>
        <p:grpSpPr>
          <a:xfrm>
            <a:off x="95351" y="8200359"/>
            <a:ext cx="7581691" cy="5901"/>
            <a:chOff x="1890075" y="5241175"/>
            <a:chExt cx="4240556" cy="257700"/>
          </a:xfrm>
        </p:grpSpPr>
        <p:sp>
          <p:nvSpPr>
            <p:cNvPr id="171" name="Google Shape;171;p5"/>
            <p:cNvSpPr/>
            <p:nvPr/>
          </p:nvSpPr>
          <p:spPr>
            <a:xfrm rot="-5400000">
              <a:off x="2291325" y="4839925"/>
              <a:ext cx="257700" cy="1060200"/>
            </a:xfrm>
            <a:prstGeom prst="rect">
              <a:avLst/>
            </a:prstGeom>
            <a:solidFill>
              <a:srgbClr val="4285F4"/>
            </a:solidFill>
            <a:ln w="9525" cap="flat" cmpd="sng">
              <a:solidFill>
                <a:srgbClr val="4285F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595959"/>
                </a:solidFill>
              </a:endParaRPr>
            </a:p>
          </p:txBody>
        </p:sp>
        <p:sp>
          <p:nvSpPr>
            <p:cNvPr id="172" name="Google Shape;172;p5"/>
            <p:cNvSpPr/>
            <p:nvPr/>
          </p:nvSpPr>
          <p:spPr>
            <a:xfrm rot="-5400000">
              <a:off x="3351444" y="4839925"/>
              <a:ext cx="257700" cy="1060200"/>
            </a:xfrm>
            <a:prstGeom prst="rect">
              <a:avLst/>
            </a:prstGeom>
            <a:solidFill>
              <a:srgbClr val="DB4437"/>
            </a:solidFill>
            <a:ln w="9525" cap="flat" cmpd="sng">
              <a:solidFill>
                <a:srgbClr val="DB4437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595959"/>
                </a:solidFill>
              </a:endParaRPr>
            </a:p>
          </p:txBody>
        </p:sp>
        <p:sp>
          <p:nvSpPr>
            <p:cNvPr id="173" name="Google Shape;173;p5"/>
            <p:cNvSpPr/>
            <p:nvPr/>
          </p:nvSpPr>
          <p:spPr>
            <a:xfrm rot="-5400000">
              <a:off x="4411563" y="4839925"/>
              <a:ext cx="257700" cy="1060200"/>
            </a:xfrm>
            <a:prstGeom prst="rect">
              <a:avLst/>
            </a:prstGeom>
            <a:solidFill>
              <a:srgbClr val="F4B400"/>
            </a:solidFill>
            <a:ln w="9525" cap="flat" cmpd="sng">
              <a:solidFill>
                <a:srgbClr val="F4B4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595959"/>
                </a:solidFill>
              </a:endParaRPr>
            </a:p>
          </p:txBody>
        </p:sp>
        <p:sp>
          <p:nvSpPr>
            <p:cNvPr id="174" name="Google Shape;174;p5"/>
            <p:cNvSpPr/>
            <p:nvPr/>
          </p:nvSpPr>
          <p:spPr>
            <a:xfrm rot="-5400000">
              <a:off x="5471681" y="4839925"/>
              <a:ext cx="257700" cy="1060200"/>
            </a:xfrm>
            <a:prstGeom prst="rect">
              <a:avLst/>
            </a:prstGeom>
            <a:solidFill>
              <a:srgbClr val="0F9D58"/>
            </a:solidFill>
            <a:ln w="9525" cap="flat" cmpd="sng">
              <a:solidFill>
                <a:srgbClr val="0F9D5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595959"/>
                </a:solidFill>
              </a:endParaRPr>
            </a:p>
          </p:txBody>
        </p:sp>
      </p:grpSp>
      <p:sp>
        <p:nvSpPr>
          <p:cNvPr id="175" name="Google Shape;175;p5"/>
          <p:cNvSpPr txBox="1"/>
          <p:nvPr/>
        </p:nvSpPr>
        <p:spPr>
          <a:xfrm>
            <a:off x="159875" y="441000"/>
            <a:ext cx="7458900" cy="507900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100" b="1">
                <a:latin typeface="Google Sans"/>
                <a:ea typeface="Google Sans"/>
                <a:cs typeface="Google Sans"/>
                <a:sym typeface="Google Sans"/>
              </a:rPr>
              <a:t>Click here to edit title</a:t>
            </a:r>
            <a:endParaRPr sz="2100" b="1"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176" name="Google Shape;176;p5"/>
          <p:cNvSpPr txBox="1"/>
          <p:nvPr/>
        </p:nvSpPr>
        <p:spPr>
          <a:xfrm>
            <a:off x="1763100" y="948050"/>
            <a:ext cx="42462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en" sz="1200">
                <a:latin typeface="PT Sans Narrow"/>
                <a:ea typeface="PT Sans Narrow"/>
                <a:cs typeface="PT Sans Narrow"/>
                <a:sym typeface="PT Sans Narrow"/>
              </a:rPr>
              <a:t>Click here to edit subtitle</a:t>
            </a:r>
            <a:endParaRPr sz="1200">
              <a:solidFill>
                <a:srgbClr val="000000"/>
              </a:solidFill>
              <a:latin typeface="PT Sans Narrow"/>
              <a:ea typeface="PT Sans Narrow"/>
              <a:cs typeface="PT Sans Narrow"/>
              <a:sym typeface="PT Sans Narrow"/>
            </a:endParaRPr>
          </a:p>
        </p:txBody>
      </p:sp>
      <p:sp>
        <p:nvSpPr>
          <p:cNvPr id="177" name="Google Shape;177;p5"/>
          <p:cNvSpPr>
            <a:spLocks noGrp="1"/>
          </p:cNvSpPr>
          <p:nvPr>
            <p:ph type="pic" idx="2"/>
          </p:nvPr>
        </p:nvSpPr>
        <p:spPr>
          <a:xfrm>
            <a:off x="4394725" y="4961200"/>
            <a:ext cx="3035400" cy="2495700"/>
          </a:xfrm>
          <a:prstGeom prst="rect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78" name="Google Shape;178;p5"/>
          <p:cNvSpPr txBox="1"/>
          <p:nvPr/>
        </p:nvSpPr>
        <p:spPr>
          <a:xfrm>
            <a:off x="4326325" y="7456900"/>
            <a:ext cx="3172200" cy="28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62500" lnSpcReduction="20000"/>
          </a:bodyPr>
          <a:lstStyle/>
          <a:p>
            <a:pPr marL="0" lvl="0" indent="0" algn="l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 i="1">
                <a:latin typeface="Lato"/>
                <a:ea typeface="Lato"/>
                <a:cs typeface="Lato"/>
                <a:sym typeface="Lato"/>
              </a:rPr>
              <a:t>Image Alt-Text Here</a:t>
            </a:r>
            <a:endParaRPr sz="1100" i="1">
              <a:solidFill>
                <a:srgbClr val="000000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O NOT USE ">
  <p:cSld name="TITLE_2_1">
    <p:spTree>
      <p:nvGrpSpPr>
        <p:cNvPr id="1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6"/>
          <p:cNvSpPr txBox="1"/>
          <p:nvPr/>
        </p:nvSpPr>
        <p:spPr>
          <a:xfrm>
            <a:off x="3993321" y="9367991"/>
            <a:ext cx="3693900" cy="73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Source:  Lorem ipsum dolor sit amet, consectetur adipiscing elit. Duis non erat sem</a:t>
            </a:r>
            <a:endParaRPr sz="60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grpSp>
        <p:nvGrpSpPr>
          <p:cNvPr id="181" name="Google Shape;181;p6"/>
          <p:cNvGrpSpPr/>
          <p:nvPr/>
        </p:nvGrpSpPr>
        <p:grpSpPr>
          <a:xfrm>
            <a:off x="-16250" y="9048087"/>
            <a:ext cx="7804900" cy="1072407"/>
            <a:chOff x="-19118" y="4617750"/>
            <a:chExt cx="9182236" cy="548378"/>
          </a:xfrm>
        </p:grpSpPr>
        <p:sp>
          <p:nvSpPr>
            <p:cNvPr id="182" name="Google Shape;182;p6"/>
            <p:cNvSpPr/>
            <p:nvPr/>
          </p:nvSpPr>
          <p:spPr>
            <a:xfrm flipH="1">
              <a:off x="19244" y="4617750"/>
              <a:ext cx="9143874" cy="548378"/>
            </a:xfrm>
            <a:custGeom>
              <a:avLst/>
              <a:gdLst/>
              <a:ahLst/>
              <a:cxnLst/>
              <a:rect l="l" t="t" r="r" b="b"/>
              <a:pathLst>
                <a:path w="367556" h="19840" extrusionOk="0">
                  <a:moveTo>
                    <a:pt x="0" y="19840"/>
                  </a:moveTo>
                  <a:lnTo>
                    <a:pt x="515" y="0"/>
                  </a:lnTo>
                  <a:lnTo>
                    <a:pt x="367556" y="11270"/>
                  </a:lnTo>
                  <a:lnTo>
                    <a:pt x="367044" y="18698"/>
                  </a:lnTo>
                  <a:close/>
                </a:path>
              </a:pathLst>
            </a:custGeom>
            <a:solidFill>
              <a:srgbClr val="4069DD"/>
            </a:solidFill>
            <a:ln>
              <a:noFill/>
            </a:ln>
          </p:spPr>
        </p:sp>
        <p:sp>
          <p:nvSpPr>
            <p:cNvPr id="183" name="Google Shape;183;p6"/>
            <p:cNvSpPr/>
            <p:nvPr/>
          </p:nvSpPr>
          <p:spPr>
            <a:xfrm flipH="1">
              <a:off x="-19118" y="4677825"/>
              <a:ext cx="4769786" cy="473975"/>
            </a:xfrm>
            <a:custGeom>
              <a:avLst/>
              <a:gdLst/>
              <a:ahLst/>
              <a:cxnLst/>
              <a:rect l="l" t="t" r="r" b="b"/>
              <a:pathLst>
                <a:path w="366343" h="18959" extrusionOk="0">
                  <a:moveTo>
                    <a:pt x="0" y="18521"/>
                  </a:moveTo>
                  <a:lnTo>
                    <a:pt x="366343" y="0"/>
                  </a:lnTo>
                  <a:lnTo>
                    <a:pt x="366052" y="18959"/>
                  </a:lnTo>
                  <a:close/>
                </a:path>
              </a:pathLst>
            </a:custGeom>
            <a:solidFill>
              <a:srgbClr val="448AFF"/>
            </a:solidFill>
            <a:ln>
              <a:noFill/>
            </a:ln>
          </p:spPr>
        </p:sp>
      </p:grp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 - DO NOT USE">
  <p:cSld name="CUSTOM_1">
    <p:spTree>
      <p:nvGrpSpPr>
        <p:cNvPr id="1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264945" y="870271"/>
            <a:ext cx="7242600" cy="111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Google Sans SemiBold"/>
              <a:buNone/>
              <a:defRPr sz="2800">
                <a:solidFill>
                  <a:schemeClr val="dk1"/>
                </a:solidFill>
                <a:latin typeface="Google Sans SemiBold"/>
                <a:ea typeface="Google Sans SemiBold"/>
                <a:cs typeface="Google Sans SemiBold"/>
                <a:sym typeface="Google Sans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264945" y="2253729"/>
            <a:ext cx="7242600" cy="66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Google Sans"/>
              <a:buChar char="●"/>
              <a:defRPr sz="1800">
                <a:solidFill>
                  <a:schemeClr val="dk2"/>
                </a:solidFill>
                <a:latin typeface="Google Sans"/>
                <a:ea typeface="Google Sans"/>
                <a:cs typeface="Google Sans"/>
                <a:sym typeface="Google Sans"/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Google Sans"/>
              <a:buChar char="○"/>
              <a:defRPr>
                <a:solidFill>
                  <a:schemeClr val="dk2"/>
                </a:solidFill>
                <a:latin typeface="Google Sans"/>
                <a:ea typeface="Google Sans"/>
                <a:cs typeface="Google Sans"/>
                <a:sym typeface="Google Sans"/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Google Sans"/>
              <a:buChar char="■"/>
              <a:defRPr>
                <a:solidFill>
                  <a:schemeClr val="dk2"/>
                </a:solidFill>
                <a:latin typeface="Google Sans"/>
                <a:ea typeface="Google Sans"/>
                <a:cs typeface="Google Sans"/>
                <a:sym typeface="Google Sans"/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Google Sans"/>
              <a:buChar char="●"/>
              <a:defRPr>
                <a:solidFill>
                  <a:schemeClr val="dk2"/>
                </a:solidFill>
                <a:latin typeface="Google Sans"/>
                <a:ea typeface="Google Sans"/>
                <a:cs typeface="Google Sans"/>
                <a:sym typeface="Google Sans"/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Google Sans"/>
              <a:buChar char="○"/>
              <a:defRPr>
                <a:solidFill>
                  <a:schemeClr val="dk2"/>
                </a:solidFill>
                <a:latin typeface="Google Sans"/>
                <a:ea typeface="Google Sans"/>
                <a:cs typeface="Google Sans"/>
                <a:sym typeface="Google Sans"/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Google Sans"/>
              <a:buChar char="■"/>
              <a:defRPr>
                <a:solidFill>
                  <a:schemeClr val="dk2"/>
                </a:solidFill>
                <a:latin typeface="Google Sans"/>
                <a:ea typeface="Google Sans"/>
                <a:cs typeface="Google Sans"/>
                <a:sym typeface="Google Sans"/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Google Sans"/>
              <a:buChar char="●"/>
              <a:defRPr>
                <a:solidFill>
                  <a:schemeClr val="dk2"/>
                </a:solidFill>
                <a:latin typeface="Google Sans"/>
                <a:ea typeface="Google Sans"/>
                <a:cs typeface="Google Sans"/>
                <a:sym typeface="Google Sans"/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Google Sans"/>
              <a:buChar char="○"/>
              <a:defRPr>
                <a:solidFill>
                  <a:schemeClr val="dk2"/>
                </a:solidFill>
                <a:latin typeface="Google Sans"/>
                <a:ea typeface="Google Sans"/>
                <a:cs typeface="Google Sans"/>
                <a:sym typeface="Google Sans"/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Google Sans"/>
              <a:buChar char="■"/>
              <a:defRPr>
                <a:solidFill>
                  <a:schemeClr val="dk2"/>
                </a:solidFill>
                <a:latin typeface="Google Sans"/>
                <a:ea typeface="Google Sans"/>
                <a:cs typeface="Google Sans"/>
                <a:sym typeface="Google Sans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7201589" y="9119180"/>
            <a:ext cx="466500" cy="76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9" name="Google Shape;9;p1"/>
          <p:cNvSpPr txBox="1"/>
          <p:nvPr/>
        </p:nvSpPr>
        <p:spPr>
          <a:xfrm>
            <a:off x="3247350" y="1195375"/>
            <a:ext cx="44982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2"/>
              </a:solidFill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8"/>
          <p:cNvSpPr txBox="1"/>
          <p:nvPr/>
        </p:nvSpPr>
        <p:spPr>
          <a:xfrm>
            <a:off x="100575" y="1257300"/>
            <a:ext cx="2883300" cy="12926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dirty="0">
                <a:latin typeface="Google Sans"/>
                <a:ea typeface="Google Sans"/>
                <a:cs typeface="Google Sans"/>
                <a:sym typeface="Google Sans"/>
              </a:rPr>
              <a:t>Salifort Motors seeks to improve employee retention and answer the following question:</a:t>
            </a:r>
            <a:endParaRPr sz="1200" dirty="0">
              <a:latin typeface="Google Sans"/>
              <a:ea typeface="Google Sans"/>
              <a:cs typeface="Google Sans"/>
              <a:sym typeface="Google San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 b="1" dirty="0">
              <a:latin typeface="Google Sans"/>
              <a:ea typeface="Google Sans"/>
              <a:cs typeface="Google Sans"/>
              <a:sym typeface="Google San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b="1" dirty="0">
                <a:latin typeface="Google Sans"/>
                <a:ea typeface="Google Sans"/>
                <a:cs typeface="Google Sans"/>
                <a:sym typeface="Google Sans"/>
              </a:rPr>
              <a:t>What’s likely to make the employee leave the company?</a:t>
            </a:r>
            <a:endParaRPr sz="1200" b="1" dirty="0"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190" name="Google Shape;190;p8"/>
          <p:cNvSpPr txBox="1"/>
          <p:nvPr/>
        </p:nvSpPr>
        <p:spPr>
          <a:xfrm>
            <a:off x="100" y="67050"/>
            <a:ext cx="7772400" cy="56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 b="1">
                <a:latin typeface="Google Sans"/>
                <a:ea typeface="Google Sans"/>
                <a:cs typeface="Google Sans"/>
                <a:sym typeface="Google Sans"/>
              </a:rPr>
              <a:t>Salifort Motors</a:t>
            </a:r>
            <a:endParaRPr sz="2500" b="1"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191" name="Google Shape;191;p8"/>
          <p:cNvSpPr txBox="1"/>
          <p:nvPr/>
        </p:nvSpPr>
        <p:spPr>
          <a:xfrm>
            <a:off x="1763100" y="490850"/>
            <a:ext cx="42462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en" sz="1200">
                <a:latin typeface="PT Sans Narrow"/>
                <a:ea typeface="PT Sans Narrow"/>
                <a:cs typeface="PT Sans Narrow"/>
                <a:sym typeface="PT Sans Narrow"/>
              </a:rPr>
              <a:t>Employee Retention Project </a:t>
            </a:r>
            <a:endParaRPr sz="1200">
              <a:solidFill>
                <a:srgbClr val="000000"/>
              </a:solidFill>
              <a:latin typeface="PT Sans Narrow"/>
              <a:ea typeface="PT Sans Narrow"/>
              <a:cs typeface="PT Sans Narrow"/>
              <a:sym typeface="PT Sans Narrow"/>
            </a:endParaRPr>
          </a:p>
        </p:txBody>
      </p:sp>
      <p:pic>
        <p:nvPicPr>
          <p:cNvPr id="192" name="Google Shape;192;p8"/>
          <p:cNvPicPr preferRelativeResize="0"/>
          <p:nvPr/>
        </p:nvPicPr>
        <p:blipFill>
          <a:blip r:embed="rId3"/>
          <a:srcRect t="342" b="330"/>
          <a:stretch/>
        </p:blipFill>
        <p:spPr>
          <a:xfrm>
            <a:off x="4048490" y="4273004"/>
            <a:ext cx="2732120" cy="2346961"/>
          </a:xfrm>
          <a:prstGeom prst="rect">
            <a:avLst/>
          </a:prstGeom>
          <a:noFill/>
          <a:ln>
            <a:noFill/>
          </a:ln>
        </p:spPr>
      </p:pic>
      <p:pic>
        <p:nvPicPr>
          <p:cNvPr id="193" name="Google Shape;193;p8"/>
          <p:cNvPicPr preferRelativeResize="0"/>
          <p:nvPr/>
        </p:nvPicPr>
        <p:blipFill>
          <a:blip r:embed="rId4"/>
          <a:srcRect l="-1190" t="-22190" r="-46040" b="-23900"/>
          <a:stretch/>
        </p:blipFill>
        <p:spPr>
          <a:xfrm>
            <a:off x="3629625" y="490850"/>
            <a:ext cx="4426424" cy="3778040"/>
          </a:xfrm>
          <a:prstGeom prst="rect">
            <a:avLst/>
          </a:prstGeom>
          <a:noFill/>
          <a:ln>
            <a:noFill/>
          </a:ln>
        </p:spPr>
      </p:pic>
      <p:sp>
        <p:nvSpPr>
          <p:cNvPr id="194" name="Google Shape;194;p8"/>
          <p:cNvSpPr txBox="1"/>
          <p:nvPr/>
        </p:nvSpPr>
        <p:spPr>
          <a:xfrm>
            <a:off x="3257550" y="3564813"/>
            <a:ext cx="4314000" cy="8186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714"/>
              </a:lnSpc>
              <a:spcBef>
                <a:spcPts val="0"/>
              </a:spcBef>
              <a:spcAft>
                <a:spcPts val="0"/>
              </a:spcAft>
              <a:buSzPts val="275"/>
              <a:buNone/>
            </a:pPr>
            <a:r>
              <a:rPr lang="en-US" sz="800" b="1" dirty="0">
                <a:solidFill>
                  <a:schemeClr val="dk1"/>
                </a:solidFill>
                <a:highlight>
                  <a:srgbClr val="FFFFFE"/>
                </a:highlight>
                <a:latin typeface="Google Sans"/>
                <a:ea typeface="Google Sans"/>
                <a:cs typeface="Google Sans"/>
                <a:sym typeface="Google Sans"/>
              </a:rPr>
              <a:t>Heatmap above highlights moderate positive correlations between </a:t>
            </a:r>
            <a:r>
              <a:rPr lang="en-US" sz="800" b="1" dirty="0" err="1">
                <a:solidFill>
                  <a:schemeClr val="dk1"/>
                </a:solidFill>
                <a:highlight>
                  <a:srgbClr val="FFFFFE"/>
                </a:highlight>
                <a:latin typeface="Google Sans"/>
                <a:ea typeface="Google Sans"/>
                <a:cs typeface="Google Sans"/>
                <a:sym typeface="Google Sans"/>
              </a:rPr>
              <a:t>number_project</a:t>
            </a:r>
            <a:r>
              <a:rPr lang="en-US" sz="800" b="1" dirty="0">
                <a:solidFill>
                  <a:schemeClr val="dk1"/>
                </a:solidFill>
                <a:highlight>
                  <a:srgbClr val="FFFFFE"/>
                </a:highlight>
                <a:latin typeface="Google Sans"/>
                <a:ea typeface="Google Sans"/>
                <a:cs typeface="Google Sans"/>
                <a:sym typeface="Google Sans"/>
              </a:rPr>
              <a:t> and </a:t>
            </a:r>
            <a:r>
              <a:rPr lang="en-US" sz="800" b="1" dirty="0" err="1">
                <a:solidFill>
                  <a:schemeClr val="dk1"/>
                </a:solidFill>
                <a:highlight>
                  <a:srgbClr val="FFFFFE"/>
                </a:highlight>
                <a:latin typeface="Google Sans"/>
                <a:ea typeface="Google Sans"/>
                <a:cs typeface="Google Sans"/>
                <a:sym typeface="Google Sans"/>
              </a:rPr>
              <a:t>average_monthly_hours</a:t>
            </a:r>
            <a:r>
              <a:rPr lang="en-US" sz="800" b="1" dirty="0">
                <a:solidFill>
                  <a:schemeClr val="dk1"/>
                </a:solidFill>
                <a:highlight>
                  <a:srgbClr val="FFFFFE"/>
                </a:highlight>
                <a:latin typeface="Google Sans"/>
                <a:ea typeface="Google Sans"/>
                <a:cs typeface="Google Sans"/>
                <a:sym typeface="Google Sans"/>
              </a:rPr>
              <a:t>, as well as weaker relationships among </a:t>
            </a:r>
            <a:r>
              <a:rPr lang="en-US" sz="800" b="1" dirty="0" err="1">
                <a:solidFill>
                  <a:schemeClr val="dk1"/>
                </a:solidFill>
                <a:highlight>
                  <a:srgbClr val="FFFFFE"/>
                </a:highlight>
                <a:latin typeface="Google Sans"/>
                <a:ea typeface="Google Sans"/>
                <a:cs typeface="Google Sans"/>
                <a:sym typeface="Google Sans"/>
              </a:rPr>
              <a:t>last_evaluation</a:t>
            </a:r>
            <a:r>
              <a:rPr lang="en-US" sz="800" b="1" dirty="0">
                <a:solidFill>
                  <a:schemeClr val="dk1"/>
                </a:solidFill>
                <a:highlight>
                  <a:srgbClr val="FFFFFE"/>
                </a:highlight>
                <a:latin typeface="Google Sans"/>
                <a:ea typeface="Google Sans"/>
                <a:cs typeface="Google Sans"/>
                <a:sym typeface="Google Sans"/>
              </a:rPr>
              <a:t>, tenure, and workload-related variables.</a:t>
            </a:r>
            <a:endParaRPr sz="800" b="1" i="1" dirty="0"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195" name="Google Shape;195;p8"/>
          <p:cNvSpPr txBox="1"/>
          <p:nvPr/>
        </p:nvSpPr>
        <p:spPr>
          <a:xfrm>
            <a:off x="3257550" y="6698849"/>
            <a:ext cx="4060500" cy="848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1" dirty="0">
                <a:latin typeface="Google Sans"/>
                <a:ea typeface="Google Sans"/>
                <a:cs typeface="Google Sans"/>
                <a:sym typeface="Google Sans"/>
              </a:rPr>
              <a:t>In the confusion matrix above, the model correctly predicts the majority of employees who stay, while showing moderate performance in identifying employees who leave, indicating reasonable but improvable classification performance.</a:t>
            </a:r>
            <a:endParaRPr sz="800" b="1" i="1" dirty="0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196" name="Google Shape;196;p8"/>
          <p:cNvSpPr txBox="1"/>
          <p:nvPr/>
        </p:nvSpPr>
        <p:spPr>
          <a:xfrm>
            <a:off x="100575" y="3295650"/>
            <a:ext cx="2883300" cy="1661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dirty="0">
                <a:latin typeface="Google Sans" panose="020B0604020202020204" charset="0"/>
                <a:ea typeface="Google Sans" panose="020B0604020202020204" charset="0"/>
                <a:cs typeface="Google Sans" panose="020B0604020202020204" charset="0"/>
              </a:rPr>
              <a:t>Since the target variable is categorical, a logistic regression model was selected to predict employee attrition.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 dirty="0">
              <a:solidFill>
                <a:schemeClr val="accent2"/>
              </a:solidFill>
              <a:highlight>
                <a:srgbClr val="FFFFFF"/>
              </a:highlight>
              <a:latin typeface="Google Sans" panose="020B0604020202020204" charset="0"/>
              <a:ea typeface="Google Sans" panose="020B0604020202020204" charset="0"/>
              <a:cs typeface="Google Sans" panose="020B0604020202020204" charset="0"/>
              <a:sym typeface="Google San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dirty="0">
                <a:latin typeface="Google Sans" panose="020B0604020202020204" charset="0"/>
                <a:ea typeface="Google Sans" panose="020B0604020202020204" charset="0"/>
                <a:cs typeface="Google Sans" panose="020B0604020202020204" charset="0"/>
              </a:rPr>
              <a:t>Because the outcome variable is categorical, logistic regression was chosen as an appropriate modeling approach for this analysis.</a:t>
            </a:r>
            <a:endParaRPr sz="1200" dirty="0">
              <a:solidFill>
                <a:schemeClr val="accent2"/>
              </a:solidFill>
              <a:highlight>
                <a:srgbClr val="FFFFFF"/>
              </a:highlight>
              <a:latin typeface="Google Sans" panose="020B0604020202020204" charset="0"/>
              <a:ea typeface="Google Sans" panose="020B0604020202020204" charset="0"/>
              <a:cs typeface="Google Sans" panose="020B0604020202020204" charset="0"/>
              <a:sym typeface="Google Sans"/>
            </a:endParaRPr>
          </a:p>
        </p:txBody>
      </p:sp>
      <p:sp>
        <p:nvSpPr>
          <p:cNvPr id="197" name="Google Shape;197;p8"/>
          <p:cNvSpPr txBox="1"/>
          <p:nvPr/>
        </p:nvSpPr>
        <p:spPr>
          <a:xfrm>
            <a:off x="100575" y="5783025"/>
            <a:ext cx="2883300" cy="11079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dirty="0">
                <a:latin typeface="Google Sans" panose="020B0604020202020204" charset="0"/>
                <a:ea typeface="Google Sans" panose="020B0604020202020204" charset="0"/>
                <a:cs typeface="Google Sans" panose="020B0604020202020204" charset="0"/>
              </a:rPr>
              <a:t>The model predicts employee attrition and highlights the factors that most strongly influence an employee’s likelihood of leaving, supporting data-driven retention decisions by HR.</a:t>
            </a:r>
            <a:endParaRPr sz="1200" b="1" dirty="0">
              <a:latin typeface="Google Sans" panose="020B0604020202020204" charset="0"/>
              <a:ea typeface="Google Sans" panose="020B0604020202020204" charset="0"/>
              <a:cs typeface="Google Sans" panose="020B0604020202020204" charset="0"/>
              <a:sym typeface="Google Sans"/>
            </a:endParaRPr>
          </a:p>
        </p:txBody>
      </p:sp>
      <p:sp>
        <p:nvSpPr>
          <p:cNvPr id="198" name="Google Shape;198;p8"/>
          <p:cNvSpPr txBox="1"/>
          <p:nvPr/>
        </p:nvSpPr>
        <p:spPr>
          <a:xfrm>
            <a:off x="100575" y="7770725"/>
            <a:ext cx="7058100" cy="210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lvl="0" indent="-298450" algn="l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ts val="1100"/>
              <a:buFont typeface="Google Sans"/>
              <a:buChar char="●"/>
            </a:pPr>
            <a:r>
              <a:rPr lang="en" sz="1100" dirty="0">
                <a:solidFill>
                  <a:schemeClr val="accent2"/>
                </a:solidFill>
                <a:highlight>
                  <a:srgbClr val="FFFFFF"/>
                </a:highlight>
                <a:latin typeface="Google Sans"/>
                <a:ea typeface="Google Sans"/>
                <a:cs typeface="Google Sans"/>
                <a:sym typeface="Google Sans"/>
              </a:rPr>
              <a:t>Cap the number of projects that employees can work on.</a:t>
            </a:r>
            <a:endParaRPr sz="1100" dirty="0">
              <a:solidFill>
                <a:schemeClr val="accent2"/>
              </a:solidFill>
              <a:highlight>
                <a:srgbClr val="FFFFFF"/>
              </a:highlight>
              <a:latin typeface="Google Sans"/>
              <a:ea typeface="Google Sans"/>
              <a:cs typeface="Google Sans"/>
              <a:sym typeface="Google Sans"/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Font typeface="Google Sans"/>
              <a:buChar char="●"/>
            </a:pPr>
            <a:r>
              <a:rPr lang="en" sz="1100" dirty="0">
                <a:solidFill>
                  <a:schemeClr val="accent2"/>
                </a:solidFill>
                <a:highlight>
                  <a:srgbClr val="FFFFFF"/>
                </a:highlight>
                <a:latin typeface="Google Sans"/>
                <a:ea typeface="Google Sans"/>
                <a:cs typeface="Google Sans"/>
                <a:sym typeface="Google Sans"/>
              </a:rPr>
              <a:t>Consider promoting employees who have been with the company for at least four years, or conduct further investigation about why four-year tenured employees are so dissatisfied.</a:t>
            </a:r>
            <a:endParaRPr sz="1100" dirty="0">
              <a:solidFill>
                <a:schemeClr val="accent2"/>
              </a:solidFill>
              <a:highlight>
                <a:srgbClr val="FFFFFF"/>
              </a:highlight>
              <a:latin typeface="Google Sans"/>
              <a:ea typeface="Google Sans"/>
              <a:cs typeface="Google Sans"/>
              <a:sym typeface="Google Sans"/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Font typeface="Google Sans"/>
              <a:buChar char="●"/>
            </a:pPr>
            <a:r>
              <a:rPr lang="en" sz="1100" dirty="0">
                <a:solidFill>
                  <a:schemeClr val="accent2"/>
                </a:solidFill>
                <a:highlight>
                  <a:srgbClr val="FFFFFF"/>
                </a:highlight>
                <a:latin typeface="Google Sans"/>
                <a:ea typeface="Google Sans"/>
                <a:cs typeface="Google Sans"/>
                <a:sym typeface="Google Sans"/>
              </a:rPr>
              <a:t>Either reward employees for working longer hours, or don't require them to do so.</a:t>
            </a:r>
            <a:endParaRPr sz="1100" dirty="0">
              <a:solidFill>
                <a:schemeClr val="accent2"/>
              </a:solidFill>
              <a:highlight>
                <a:srgbClr val="FFFFFF"/>
              </a:highlight>
              <a:latin typeface="Google Sans"/>
              <a:ea typeface="Google Sans"/>
              <a:cs typeface="Google Sans"/>
              <a:sym typeface="Google Sans"/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Font typeface="Google Sans"/>
              <a:buChar char="●"/>
            </a:pPr>
            <a:r>
              <a:rPr lang="en" sz="1100" dirty="0">
                <a:solidFill>
                  <a:schemeClr val="accent2"/>
                </a:solidFill>
                <a:highlight>
                  <a:srgbClr val="FFFFFF"/>
                </a:highlight>
                <a:latin typeface="Google Sans"/>
                <a:ea typeface="Google Sans"/>
                <a:cs typeface="Google Sans"/>
                <a:sym typeface="Google Sans"/>
              </a:rPr>
              <a:t>If employees aren't familiar with the company's overtime pay policies, inform them about this. If the expectations around workload and time off aren't explicit, make them clear.</a:t>
            </a:r>
            <a:endParaRPr sz="1100" dirty="0">
              <a:solidFill>
                <a:schemeClr val="accent2"/>
              </a:solidFill>
              <a:highlight>
                <a:srgbClr val="FFFFFF"/>
              </a:highlight>
              <a:latin typeface="Google Sans"/>
              <a:ea typeface="Google Sans"/>
              <a:cs typeface="Google Sans"/>
              <a:sym typeface="Google Sans"/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Font typeface="Google Sans"/>
              <a:buChar char="●"/>
            </a:pPr>
            <a:r>
              <a:rPr lang="en" sz="1100" dirty="0">
                <a:solidFill>
                  <a:schemeClr val="accent2"/>
                </a:solidFill>
                <a:highlight>
                  <a:srgbClr val="FFFFFF"/>
                </a:highlight>
                <a:latin typeface="Google Sans"/>
                <a:ea typeface="Google Sans"/>
                <a:cs typeface="Google Sans"/>
                <a:sym typeface="Google Sans"/>
              </a:rPr>
              <a:t>Hold company-wide and within-team discussions to understand and address the company work culture, across the board and in specific contexts.</a:t>
            </a:r>
            <a:endParaRPr sz="1100" dirty="0">
              <a:solidFill>
                <a:schemeClr val="accent2"/>
              </a:solidFill>
              <a:highlight>
                <a:srgbClr val="FFFFFF"/>
              </a:highlight>
              <a:latin typeface="Google Sans"/>
              <a:ea typeface="Google Sans"/>
              <a:cs typeface="Google Sans"/>
              <a:sym typeface="Google Sans"/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Font typeface="Google Sans"/>
              <a:buChar char="●"/>
            </a:pPr>
            <a:r>
              <a:rPr lang="en" sz="1100" dirty="0">
                <a:solidFill>
                  <a:schemeClr val="accent2"/>
                </a:solidFill>
                <a:highlight>
                  <a:srgbClr val="FFFFFF"/>
                </a:highlight>
                <a:latin typeface="Google Sans"/>
                <a:ea typeface="Google Sans"/>
                <a:cs typeface="Google Sans"/>
                <a:sym typeface="Google Sans"/>
              </a:rPr>
              <a:t>High evaluation scores should not be reserved for employees who work 200+ hours per month. Consider a proportionate scale for rewarding employees who contribute more/put in more effort.</a:t>
            </a:r>
            <a:endParaRPr sz="1100" b="1" dirty="0">
              <a:latin typeface="Google Sans"/>
              <a:ea typeface="Google Sans"/>
              <a:cs typeface="Google Sans"/>
              <a:sym typeface="Google Sans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300</Words>
  <Application>Microsoft Office PowerPoint</Application>
  <PresentationFormat>Custom</PresentationFormat>
  <Paragraphs>17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10" baseType="lpstr">
      <vt:lpstr>Arial</vt:lpstr>
      <vt:lpstr>PT Sans Narrow</vt:lpstr>
      <vt:lpstr>Calibri</vt:lpstr>
      <vt:lpstr>Lato</vt:lpstr>
      <vt:lpstr>Google Sans</vt:lpstr>
      <vt:lpstr>Roboto</vt:lpstr>
      <vt:lpstr>Work Sans</vt:lpstr>
      <vt:lpstr>Google Sans SemiBold</vt:lpstr>
      <vt:lpstr>Simple Light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oz jain</cp:lastModifiedBy>
  <cp:revision>1</cp:revision>
  <dcterms:modified xsi:type="dcterms:W3CDTF">2026-01-30T08:36:32Z</dcterms:modified>
</cp:coreProperties>
</file>